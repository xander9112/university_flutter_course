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17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3.png"/><Relationship Id="rId11" Type="http://schemas.openxmlformats.org/officeDocument/2006/relationships/image" Target="../media/image38.svg"/><Relationship Id="rId5" Type="http://schemas.openxmlformats.org/officeDocument/2006/relationships/image" Target="../media/image32.sv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7,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7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Введение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в ключи (Keys)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Зачем нужны ключи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Проблема без key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Три дерева Flutter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Reconciliation по type + key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Типы Key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ValueKey, ObjectKey, UniqueKey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PageStorageKey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GlobalKey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Практика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Пример с плитками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Правило про корень поддерева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Задание: CineTrack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Зачем нужны ключи?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Что такое key</a:t>
            </a:r>
          </a:p>
          <a:p>
            <a:pPr>
              <a:spcAft>
                <a:spcPts val="600"/>
              </a:spcAft>
            </a:pPr>
            <a:r>
              <a:rPr lang="ru-RU" dirty="0"/>
              <a:t>Key управляет тем, как один виджет заменяет другой в дереве — по нему Flutter решает, обновить элемент или пересоздать заново.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Как решает reconciliation</a:t>
            </a:r>
          </a:p>
          <a:p>
            <a:pPr>
              <a:spcAft>
                <a:spcPts val="600"/>
              </a:spcAft>
            </a:pPr>
            <a:r>
              <a:rPr lang="ru-RU" dirty="0"/>
              <a:t>Если у двух виджетов совпадают runtimeType и key — элемент обновляется на месте; если нет — старый демонтируется, создаётся новый.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Когда ключи НЕ нужны</a:t>
            </a:r>
          </a:p>
          <a:p>
            <a:pPr>
              <a:spcAft>
                <a:spcPts val="600"/>
              </a:spcAft>
            </a:pPr>
            <a:r>
              <a:rPr lang="ru-RU" dirty="0"/>
              <a:t>Если виджет stateless или коллекция не переупорядочивается — key не нужен, хотя и не вреден.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3</a:t>
            </a:fld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7,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71187" y="1329662"/>
            <a:ext cx="4755630" cy="1338982"/>
          </a:xfrm>
        </p:spPr>
        <p:txBody>
          <a:bodyPr/>
          <a:lstStyle/>
          <a:p>
            <a:r>
              <a:rPr lang="ru-RU" dirty="0"/>
              <a:t>Widget, Element и RenderObject</a:t>
            </a:r>
          </a:p>
          <a:p>
            <a:r>
              <a:rPr lang="ru-RU" dirty="0"/>
              <a:t>три параллельных дерева Flutter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Три дерева Flutter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Widget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Immutable-конфигурация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Пересоздаётся при каждом build()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Не хранит состояние и историю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Element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Mutable, обладает identity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Хранит State и ссылку на widget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Делает diffing по type и key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RenderObject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Layout, paint, hit-testing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Не знает о BuildContext и State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Живёт, пока жив его Element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проходит один кадр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7,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Порядок работы Flutter при вызове setState():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1. Dirty</a:t>
            </a:r>
          </a:p>
          <a:p>
            <a:r>
              <a:rPr lang="ru-RU" sz="1600" dirty="0"/>
              <a:t>setState() помечает часть дерева «грязной»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2. Build</a:t>
            </a:r>
          </a:p>
          <a:p>
            <a:r>
              <a:rPr lang="ru-RU" b="0" dirty="0">
                <a:solidFill>
                  <a:schemeClr val="tx1"/>
                </a:solidFill>
              </a:rPr>
              <a:t>Строится новое поддерево виджетов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3. Diff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Element сравнивает widget по runtimeType и key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4. Update/Recreate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Update переиспользует RenderObject, recreate — демонтирует и создаёт заново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6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7,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7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Пример: плитки, которые</a:t>
            </a:r>
          </a:p>
          <a:p>
            <a:r>
              <a:rPr lang="ru-RU" dirty="0"/>
              <a:t>«не меняются местами»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Без key vs с key: обмен плиток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7,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Без key — баг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Row из двух StatefulWidget-плиток, цвет хранится в 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 кнопке переставляем виджеты местами в списке tiles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Type совпадает, key = null у обоих — Flutter считает элементы «теми же»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Элементы переиспользуются вместе со старым состоянием — цвета остаются на месте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С UniqueKey — исправлено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Каждой плитке при создании присваивается UniqueKey()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При перестановке type совпадает, но key — нет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Flutter деактивирует несовпадающий элемент и находит/создаёт нужный по key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State (цвет) переносится вместе с виджетом — плитки меняются местами корректно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8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Важный нюанс: key на корне поддерева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Правило</a:t>
            </a:r>
          </a:p>
          <a:p>
            <a:pPr>
              <a:spcAft>
                <a:spcPts val="600"/>
              </a:spcAft>
            </a:pPr>
            <a:r>
              <a:rPr lang="ru-RU" dirty="0"/>
              <a:t>Key должен стоять на самом верхнем виджете поддерева, состояние которого нужно сохранить.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Типичная ошибка</a:t>
            </a:r>
          </a:p>
          <a:p>
            <a:pPr>
              <a:spcAft>
                <a:spcPts val="600"/>
              </a:spcAft>
            </a:pPr>
            <a:r>
              <a:rPr lang="ru-RU" dirty="0"/>
              <a:t>Key внутри Padding, а не на самом Padding — родитель без key переиспользуется «в лоб», ключ ребёнка не помогает.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Починка</a:t>
            </a:r>
          </a:p>
          <a:p>
            <a:pPr>
              <a:spcAft>
                <a:spcPts val="600"/>
              </a:spcAft>
            </a:pPr>
            <a:r>
              <a:rPr lang="ru-RU" dirty="0"/>
              <a:t>Перенести key на Padding — верхний уровень поддерева — и сопоставление снова работает правильно.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9</a:t>
            </a:fld>
            <a:endParaRPr lang="ru-RU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7,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Типы Key:</a:t>
            </a:r>
          </a:p>
          <a:p>
            <a:r>
              <a:rPr lang="ru-RU" dirty="0"/>
              <a:t>какой выбрать и когда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Основные типы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UniqueKey</a:t>
            </a:r>
          </a:p>
          <a:p>
            <a:pPr>
              <a:spcAft>
                <a:spcPts val="600"/>
              </a:spcAft>
            </a:pPr>
            <a:r>
              <a:rPr lang="ru-RU" dirty="0"/>
              <a:t>Нет постоянных отличительных данных, нужна гарантия уникальности. Создавать один раз, не в build().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ValueKey</a:t>
            </a:r>
          </a:p>
          <a:p>
            <a:pPr>
              <a:spcAft>
                <a:spcPts val="600"/>
              </a:spcAft>
            </a:pPr>
            <a:r>
              <a:rPr lang="ru-RU" dirty="0"/>
              <a:t>Есть простое постоянное уникальное значение — id или текст, например ValueKey(todo.task).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ObjectKey</a:t>
            </a:r>
          </a:p>
          <a:p>
            <a:pPr>
              <a:spcAft>
                <a:spcPts val="600"/>
              </a:spcAft>
            </a:pPr>
            <a:r>
              <a:rPr lang="ru-RU" dirty="0"/>
              <a:t>Уникальна только совокупность полей объекта целиком, например ObjectKey(contact).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11</a:t>
            </a:fld>
            <a:endParaRPr lang="ru-R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PageStorageKey и GlobalKey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7,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Два более специализированных типа ключей: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PageStorageKey</a:t>
            </a:r>
          </a:p>
          <a:p>
            <a:r>
              <a:rPr lang="ru-RU" sz="1600" dirty="0"/>
              <a:t>Сохраняет позицию скролла для каждого списка в TabBarView/PageView независимо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GlobalKey: смена родителя</a:t>
            </a:r>
          </a:p>
          <a:p>
            <a:r>
              <a:rPr lang="ru-RU" b="0" dirty="0">
                <a:solidFill>
                  <a:schemeClr val="tx1"/>
                </a:solidFill>
              </a:rPr>
              <a:t>Позволяет виджету переехать в другое место дерева без потери состояния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GlobalKey: доступ к State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Доступ к состоянию виджета из другой части дерева, полезно для тестов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Осторожно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GlobalKey — как глобальная переменная; чаще лучше InheritedWidget, Provider или BLoC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12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7,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Итоговые правила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Когда нужны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Только для stateful-виджетов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 переупорядочиваемой коллекции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Для stateless и статики — не нужны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Какой выбрать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UniqueKey — гарантия уникальности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ValueKey — простое уникальное значение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ObjectKey — уникальность по всем полям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Не забыть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Key — на корне поддерева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PageStorageKey — для позиции скролла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GlobalKey — минимально, есть альтернативы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13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Домашнее задание: CineTrack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7,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сделать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Добавить ValueKey(movie['title']) каждому MovieCard в ListView.builder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Добавить кнопку «Перемешать» (Icons.shuffle) в AppBar, вызывающую _movies.shuffle()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Обернуть MovieCard в Dismissible с тем же key — свайп влево удаляет фильм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Добавить в MovieCard внутреннее состояние (счётчик/цвет) и сравнить поведение с key и без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Контекст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Продолжение CineTrack: список фильмов становится интерактивным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Без ValueKey Flutter не сможет сопоставить виджеты с данными при перестановке и удалении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Dismissible требует уникальный key для каждого элемента списка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Результат — зафиксированная разница в поведении с ключами и без (комментарий или notes.md)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14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4796</TotalTime>
  <Words>829</Words>
  <Application>Microsoft Macintosh PowerPoint</Application>
  <PresentationFormat>Widescreen</PresentationFormat>
  <Paragraphs>140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PowerPoint Presentation</vt:lpstr>
      <vt:lpstr>План лекции</vt:lpstr>
      <vt:lpstr>Зачем нужны ключи?</vt:lpstr>
      <vt:lpstr>PowerPoint Presentation</vt:lpstr>
      <vt:lpstr>Три дерева Flutter</vt:lpstr>
      <vt:lpstr>Как проходит один кадр</vt:lpstr>
      <vt:lpstr>PowerPoint Presentation</vt:lpstr>
      <vt:lpstr>Без key vs с key: обмен плиток</vt:lpstr>
      <vt:lpstr>Важный нюанс: key на корне поддерева</vt:lpstr>
      <vt:lpstr>PowerPoint Presentation</vt:lpstr>
      <vt:lpstr>Основные типы Key</vt:lpstr>
      <vt:lpstr>PageStorageKey и GlobalKey</vt:lpstr>
      <vt:lpstr>Итоговые правила</vt:lpstr>
      <vt:lpstr>Домашнее задание: CineTrack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2026-09-03T07:08:02Z</dcterms:modified>
</cp:coreProperties>
</file>