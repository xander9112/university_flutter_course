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19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7.png"/><Relationship Id="rId11" Type="http://schemas.openxmlformats.org/officeDocument/2006/relationships/image" Target="../media/image32.svg"/><Relationship Id="rId5" Type="http://schemas.openxmlformats.org/officeDocument/2006/relationships/image" Target="../media/image36.svg"/><Relationship Id="rId10" Type="http://schemas.openxmlformats.org/officeDocument/2006/relationships/image" Target="../media/image31.png"/><Relationship Id="rId4" Type="http://schemas.openxmlformats.org/officeDocument/2006/relationships/image" Target="../media/image35.png"/><Relationship Id="rId9" Type="http://schemas.openxmlformats.org/officeDocument/2006/relationships/image" Target="../media/image3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11,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11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Работа с HTTP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Отправка запросов и 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HTTP и пакет http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Подключение пакета http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Future&lt;T&gt; и асинхронность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http.get() и http.post()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JSON и модели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Формат JSON: объекты и массивы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Ручная сериализация: fromJson/toJson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Обработка ошибок ответа сервера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Автогенерация и практика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json_serializable и build_runner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Аннотации @JsonKey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CineTrack: реальные данные из TMDB API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11,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HTTP-запросы</a:t>
            </a:r>
          </a:p>
          <a:p>
            <a:r>
              <a:rPr lang="ru-RU" dirty="0"/>
              <a:t>Пакет http: GET и POST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Подключение пакета http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Установка и импорт</a:t>
            </a:r>
          </a:p>
          <a:p>
            <a:pPr>
              <a:spcAft>
                <a:spcPts val="600"/>
              </a:spcAft>
            </a:pPr>
            <a:r>
              <a:rPr lang="ru-RU" dirty="0"/>
              <a:t>flutter pub add http добавляет пакет; import 'package:http/http.dart' as http открывает доступ к сетевым запросам.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Разрешение на интернет</a:t>
            </a:r>
          </a:p>
          <a:p>
            <a:pPr>
              <a:spcAft>
                <a:spcPts val="600"/>
              </a:spcAft>
            </a:pPr>
            <a:r>
              <a:rPr lang="ru-RU" dirty="0"/>
              <a:t>В AndroidManifest.xml нужно добавить разрешение INTERNET, иначе Android заблокирует сетевые запросы приложения.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Future&lt;T&gt;</a:t>
            </a:r>
          </a:p>
          <a:p>
            <a:pPr>
              <a:spcAft>
                <a:spcPts val="600"/>
              </a:spcAft>
            </a:pPr>
            <a:r>
              <a:rPr lang="ru-RU" dirty="0"/>
              <a:t>Future — базовый класс Dart для асинхронных операций: представляет значение или ошибку, которые станут доступны в будущем.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4</a:t>
            </a:fld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GET и POST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http.get(uri)</a:t>
            </a:r>
          </a:p>
          <a:p>
            <a:pPr>
              <a:spcAft>
                <a:spcPts val="600"/>
              </a:spcAft>
            </a:pPr>
            <a:r>
              <a:rPr lang="ru-RU" dirty="0"/>
              <a:t>Возвращает Future&lt;http.Response&gt;. Пример — запрос альбома с jsonplaceholder.typicode.com методом GET.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http.post(uri, body: …)</a:t>
            </a:r>
          </a:p>
          <a:p>
            <a:pPr>
              <a:spcAft>
                <a:spcPts val="600"/>
              </a:spcAft>
            </a:pPr>
            <a:r>
              <a:rPr lang="ru-RU" dirty="0"/>
              <a:t>Отправляет данные на сервер, например Map с полями name и color; пакет умеет сериализовать Map автоматически.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http.Response</a:t>
            </a:r>
          </a:p>
          <a:p>
            <a:pPr>
              <a:spcAft>
                <a:spcPts val="600"/>
              </a:spcAft>
            </a:pPr>
            <a:r>
              <a:rPr lang="ru-RU" dirty="0"/>
              <a:t>Содержит statusCode и body ответа сервера — основа для проверки успеха запроса и разбора данных.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11,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Введение в 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Формат JSON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Две структуры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Объект — пары ключ:значение в { }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Массив — упорядоченный список в [ ]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Значения могут быть вложенными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Типы значений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Строка в двойных кавычках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Число (целое или вещественное)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true / false / null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Вложенный объект или массив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Особенности синтаксиса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Ключ — всегда строка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Регистр ключей обычно учитывается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Повторяющиеся ключи — на усмотрение ПО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JSON — текстовый формат обмена данными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7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11,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8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Ручная сериализация JSON</a:t>
            </a:r>
          </a:p>
          <a:p>
            <a:r>
              <a:rPr lang="ru-RU" dirty="0"/>
              <a:t>Модели и Future&lt;Album&gt;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От JSON к модели Dart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Класс Album</a:t>
            </a:r>
          </a:p>
          <a:p>
            <a:pPr>
              <a:spcAft>
                <a:spcPts val="600"/>
              </a:spcAft>
            </a:pPr>
            <a:r>
              <a:rPr lang="ru-RU" dirty="0"/>
              <a:t>Поля userId, id, title описывают структуру JSON-ответа сервера.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fromJson()</a:t>
            </a:r>
          </a:p>
          <a:p>
            <a:pPr>
              <a:spcAft>
                <a:spcPts val="600"/>
              </a:spcAft>
            </a:pPr>
            <a:r>
              <a:rPr lang="ru-RU" dirty="0"/>
              <a:t>Фабричный конструктор создаёт Album из Map&lt;String,dynamic&gt;, полученного из JSON.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toJson()</a:t>
            </a:r>
          </a:p>
          <a:p>
            <a:pPr>
              <a:spcAft>
                <a:spcPts val="600"/>
              </a:spcAft>
            </a:pPr>
            <a:r>
              <a:rPr lang="ru-RU" dirty="0"/>
              <a:t>Обратное преобразование — объект Dart в Map для последующей сериализации в JSON-строку.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9</a:t>
            </a:fld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jsonDecode и jsonEncode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11,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Получение данных (jsonDecode)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response.body — строка JSON, полученная от сервера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jsonDecode(response.body) превращает строку в Map&lt;String,dynamic&gt;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При statusCode == 200 — Album.fromJson(map)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Иначе — throw Exception('Failed to load album')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Отправка данных (jsonEncode)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album.toJson() превращает объект Dart в Map&lt;String,dynamic&gt;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jsonEncode(album.toJson()) сериализует Map в строку 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Строка передаётся как body в http.post(...)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http умеет сериализовать Map автоматически — jsonEncode необязателен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10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11,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Автогенерируемая сериализация</a:t>
            </a:r>
          </a:p>
          <a:p>
            <a:r>
              <a:rPr lang="ru-RU" dirty="0"/>
              <a:t>json_serializable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json_serializable: зачем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Экономия на шаблонном коде</a:t>
            </a:r>
          </a:p>
          <a:p>
            <a:pPr>
              <a:spcAft>
                <a:spcPts val="600"/>
              </a:spcAft>
            </a:pPr>
            <a:r>
              <a:rPr lang="ru-RU" dirty="0"/>
              <a:t>Не нужно писать fromJson/toJson вручную — генератор делает это за вас.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Проверка на этапе компиляции</a:t>
            </a:r>
          </a:p>
          <a:p>
            <a:pPr>
              <a:spcAft>
                <a:spcPts val="600"/>
              </a:spcAft>
            </a:pPr>
            <a:r>
              <a:rPr lang="ru-RU" dirty="0"/>
              <a:t>Опечатки в именах полей JSON обнаруживаются при сборке, а не во время выполнения.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Минус — настройка</a:t>
            </a:r>
          </a:p>
          <a:p>
            <a:pPr>
              <a:spcAft>
                <a:spcPts val="600"/>
              </a:spcAft>
            </a:pPr>
            <a:r>
              <a:rPr lang="ru-RU" dirty="0"/>
              <a:t>Требуется первоначальная настройка, а сгенерированные *.g.dart файлы засоряют проект.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12</a:t>
            </a:fld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Подключение json_serializable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11,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Одна обычная зависимость, две dev-зависимости и одна команда для генерации кода.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json_annotation</a:t>
            </a:r>
          </a:p>
          <a:p>
            <a:r>
              <a:rPr lang="ru-RU" sz="1600" dirty="0"/>
              <a:t>Обычная зависимость — даёт аннотации @JsonSerializable() и @JsonKey для описания моделей.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build_runner (dev)</a:t>
            </a:r>
          </a:p>
          <a:p>
            <a:r>
              <a:rPr lang="ru-RU" b="0" dirty="0">
                <a:solidFill>
                  <a:schemeClr val="tx1"/>
                </a:solidFill>
              </a:rPr>
              <a:t>Dev-зависимость: инструмент, который запускает генерацию кода из аннотированных классов.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json_serializable (dev)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Dev-зависимость — генератор, создающий файл *.g.dart с методами fromJson/toJson.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Команда генерации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flutter pub run build_runner build --delete-conflicting-outputs запускает разовую сборку и генерацию.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13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Аннотации @JsonKey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name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Переименование поля JSON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Например: user_id → userId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defaultValue / required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defaultValue — если ключа нет или он null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required: true — исключение при отсутствии ключа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ignore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ignore: true — поле не сериализуется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Удобно для служебных/приватных полей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14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11,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Практика</a:t>
            </a:r>
          </a:p>
          <a:p>
            <a:r>
              <a:rPr lang="ru-RU" dirty="0"/>
              <a:t>CineTrack подключается к TMDB API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Задание 11: CineTrack и TMDB API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11,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нужно сделать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Подключить пакет http (^1.2.0) и получить API-ключ TMDB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Добавить Movie.fromJson() для разбора ответа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Создать MovieApiService с getPopularMovies() и searchMovies()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Заменить моки в HomeScreen на FutureBuilder&lt;List&lt;Movie&gt;&gt;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Показать индикатор загрузки и экран ошибки с кнопкой «Повторить»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Подключить поиск через API с debounce 500 мс (Timer)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 CineTrack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Раньше список фильмов был захардкожен в приложении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Теперь HomeScreen грузит реальные популярные фильмы с The Movie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SearchScreen ищет фильмы через TMDB вместо локального фильтра по мокам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Это первый шаг к полноценному сетевому слою перед BLoC и persistence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16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926</Words>
  <Application>Microsoft Macintosh PowerPoint</Application>
  <PresentationFormat>Widescreen</PresentationFormat>
  <Paragraphs>145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PowerPoint Presentation</vt:lpstr>
      <vt:lpstr>Подключение пакета http</vt:lpstr>
      <vt:lpstr>GET и POST</vt:lpstr>
      <vt:lpstr>PowerPoint Presentation</vt:lpstr>
      <vt:lpstr>Формат JSON</vt:lpstr>
      <vt:lpstr>PowerPoint Presentation</vt:lpstr>
      <vt:lpstr>От JSON к модели Dart</vt:lpstr>
      <vt:lpstr>jsonDecode и jsonEncode</vt:lpstr>
      <vt:lpstr>PowerPoint Presentation</vt:lpstr>
      <vt:lpstr>json_serializable: зачем</vt:lpstr>
      <vt:lpstr>Подключение json_serializable</vt:lpstr>
      <vt:lpstr>Аннотации @JsonKey</vt:lpstr>
      <vt:lpstr>PowerPoint Presentation</vt:lpstr>
      <vt:lpstr>Задание 11: CineTrack и TMDB API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2026-09-03T07:10:25Z</dcterms:modified>
</cp:coreProperties>
</file>