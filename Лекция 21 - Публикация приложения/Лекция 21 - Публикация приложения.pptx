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19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7.png"/><Relationship Id="rId11" Type="http://schemas.openxmlformats.org/officeDocument/2006/relationships/image" Target="../media/image32.svg"/><Relationship Id="rId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35.png"/><Relationship Id="rId9" Type="http://schemas.openxmlformats.org/officeDocument/2006/relationships/image" Target="../media/image30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21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Публикация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приложения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Подготовка к релизу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Иконка и сплэш-экран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Версионирование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Обфускация и оптимизация сборки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Публикация в сторы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Подписание и сборка Android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Google Play Console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Требования и сертификаты iOS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Сборка и App Store Connect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Продакшн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Firebase Crashlytics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Мониторинг крэшей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Финальное задание — релиз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Иконка и сплэш-экран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flutter_launcher_icons</a:t>
            </a:r>
          </a:p>
          <a:p>
            <a:pPr>
              <a:spcAft>
                <a:spcPts val="600"/>
              </a:spcAft>
            </a:pPr>
            <a:r>
              <a:rPr lang="ru-RU" dirty="0"/>
              <a:t>Генерирует иконки всех размеров под Android, iOS, web и Windows из одного PNG 1024×1024 — одна команда вместо ручной нарезки.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flutter_native_splash</a:t>
            </a:r>
          </a:p>
          <a:p>
            <a:pPr>
              <a:spcAft>
                <a:spcPts val="600"/>
              </a:spcAft>
            </a:pPr>
            <a:r>
              <a:rPr lang="ru-RU" dirty="0"/>
              <a:t>Настраивает нативный сплэш-экран: цвет фона (в т.ч. тёмная тема), логотип, поддержка Android 12, полноэкранный режим.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Preserve → Remove</a:t>
            </a:r>
          </a:p>
          <a:p>
            <a:pPr>
              <a:spcAft>
                <a:spcPts val="600"/>
              </a:spcAft>
            </a:pPr>
            <a:r>
              <a:rPr lang="ru-RU" dirty="0"/>
              <a:t>FlutterNativeSplash.preserve() держит сплэш, пока идёт инициализация (DI, Firebase), .remove() убирает его перед runApp().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Версионирование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MAJOR.MINOR.PATCH+BUILD</a:t>
            </a:r>
          </a:p>
          <a:p>
            <a:pPr>
              <a:spcAft>
                <a:spcPts val="600"/>
              </a:spcAft>
            </a:pPr>
            <a:r>
              <a:rPr lang="ru-RU" dirty="0"/>
              <a:t>version: 1.0.0+1 — major.minor.patch (semver, видят пользователи) и build number (используют магазины).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Build number только растёт</a:t>
            </a:r>
          </a:p>
          <a:p>
            <a:pPr>
              <a:spcAft>
                <a:spcPts val="600"/>
              </a:spcAft>
            </a:pPr>
            <a:r>
              <a:rPr lang="ru-RU" dirty="0"/>
              <a:t>Google Play и App Store требуют, чтобы build number увеличивался при каждой новой загрузке — тот же или меньший номер не примут.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Задать версию при сборке</a:t>
            </a:r>
          </a:p>
          <a:p>
            <a:pPr>
              <a:spcAft>
                <a:spcPts val="600"/>
              </a:spcAft>
            </a:pPr>
            <a:r>
              <a:rPr lang="ru-RU" dirty="0"/>
              <a:t>flutter build appbundle --build-name=1.2.0 --build-number=15 — переопределяет значения из pubspec.yaml прямо в CI.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Обфускация и оптимизация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--obfuscate</a:t>
            </a:r>
          </a:p>
          <a:p>
            <a:pPr>
              <a:spcAft>
                <a:spcPts val="600"/>
              </a:spcAft>
            </a:pPr>
            <a:r>
              <a:rPr lang="ru-RU" dirty="0"/>
              <a:t>Переименовывает классы и методы в бессмысленные имена (a, b, c), затрудняя декомпиляцию — без debug-символов стектрейс не прочитать.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--split-debug-info</a:t>
            </a:r>
          </a:p>
          <a:p>
            <a:pPr>
              <a:spcAft>
                <a:spcPts val="600"/>
              </a:spcAft>
            </a:pPr>
            <a:r>
              <a:rPr lang="ru-RU" dirty="0"/>
              <a:t>Сохраняет карту «обфусцированное имя → оригинальное» в отдельную папку — без неё крэши из продакшна не расшифровать.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--tree-shake-icons</a:t>
            </a:r>
          </a:p>
          <a:p>
            <a:pPr>
              <a:spcAft>
                <a:spcPts val="600"/>
              </a:spcAft>
            </a:pPr>
            <a:r>
              <a:rPr lang="ru-RU" dirty="0"/>
              <a:t>Автоматически убирает из шрифта MaterialIcons неиспользуемые иконки — минус 100–300 КБ к размеру приложения.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Android</a:t>
            </a:r>
          </a:p>
          <a:p>
            <a:r>
              <a:rPr lang="ru-RU" dirty="0"/>
              <a:t>Путь в Google 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Подписание приложения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Keystore</a:t>
            </a:r>
          </a:p>
          <a:p>
            <a:pPr>
              <a:spcAft>
                <a:spcPts val="600"/>
              </a:spcAft>
            </a:pPr>
            <a:r>
              <a:rPr lang="ru-RU" dirty="0"/>
              <a:t>keytool -genkey создаёт файл *.jks — цифровой ключ, подтверждающий, что все обновления выпущены одним и тем же разработчиком.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key.properties</a:t>
            </a:r>
          </a:p>
          <a:p>
            <a:pPr>
              <a:spcAft>
                <a:spcPts val="600"/>
              </a:spcAft>
            </a:pPr>
            <a:r>
              <a:rPr lang="ru-RU" dirty="0"/>
              <a:t>Хранит пароли и alias ключа отдельно от кода; build.gradle читает его для signingConfigs.release.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Никогда не коммитить ключ</a:t>
            </a:r>
          </a:p>
          <a:p>
            <a:pPr>
              <a:spcAft>
                <a:spcPts val="600"/>
              </a:spcAft>
            </a:pPr>
            <a:r>
              <a:rPr lang="ru-RU" dirty="0"/>
              <a:t>*.jks и android/key.properties — в .gitignore. Потеря keystore означает невозможность обновить приложение в будущем.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Форматы сборки: AAB vs APK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AAB — App Bundle (Google Play)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Обязателен для публикации в Play Store с 2021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Play Store сам собирает оптимальный APK под каждое устройство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Меньше размер загрузки для пользователя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Нельзя установить напрямую на устройство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APK — прямая установка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Подходит для тестирования и установки вне Play 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Больше размер файла, чем у оптимизированного AAB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flutter build apk --split-per-abi уменьшает размер по архитектурам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Не требуется для публикации в Google Play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Google Play Console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Регистрация и создание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Регистрация разработчика — 25$ разово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Все приложения → Создать приложение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Указать название, язык, тип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Метаданные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Название до 50 символов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Краткое описание до 80 символов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Полное описание до 4000 символов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Скриншоты: минимум 2 шт., значок 512×512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Графическое изображение 1024×500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Дорожки выпуска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Internal Testing — до 100 тестировщиков, без проверки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Closed Testing (Alpha/Beta) — быстрая проверка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Open Testing — открытое бета-тестирование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Production — полный выпуск, проверка 1-7 дней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iOS</a:t>
            </a:r>
          </a:p>
          <a:p>
            <a:r>
              <a:rPr lang="ru-RU" dirty="0"/>
              <a:t>Путь в App 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Требования и сертификаты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macOS + Xcode 15+</a:t>
            </a:r>
          </a:p>
          <a:p>
            <a:pPr>
              <a:spcAft>
                <a:spcPts val="600"/>
              </a:spcAft>
            </a:pPr>
            <a:r>
              <a:rPr lang="ru-RU" dirty="0"/>
              <a:t>Сборка IPA возможна только на macOS с установленным Xcode — без него собрать приложение для iOS нельзя.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Apple Developer Program</a:t>
            </a:r>
          </a:p>
          <a:p>
            <a:pPr>
              <a:spcAft>
                <a:spcPts val="600"/>
              </a:spcAft>
            </a:pPr>
            <a:r>
              <a:rPr lang="ru-RU" dirty="0"/>
              <a:t>Подписка 99$ в год — обязательна для публикации в App Store, в отличие от разового платежа Google Play.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Сертификаты и профили</a:t>
            </a:r>
          </a:p>
          <a:p>
            <a:pPr>
              <a:spcAft>
                <a:spcPts val="600"/>
              </a:spcAft>
            </a:pPr>
            <a:r>
              <a:rPr lang="ru-RU" dirty="0"/>
              <a:t>Distribution Certificate и Provisioning Profile App Store Distribution — Xcode может управлять ими автоматически.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Сборка и загрузка в App Store Connect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Сборка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flutter build ipa --release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Bundle ID, версия и билд указаны в Runner.xcodeproj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Загрузка через Xcode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Xcode → Window → Organizer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Найти сборку → Distribute App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App Store Connect → Upload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Обработка занимает ~15-30 минут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App Store Connect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Создать приложение, указать Bundle ID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Заполнить название, описание, ключевые слова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Добавить скриншоты iPhone и iPad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Submit for Review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Частые причины отказа Apple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На что чаще всего жалуется проверка при первой публикации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Упоминание других платформ</a:t>
            </a:r>
          </a:p>
          <a:p>
            <a:r>
              <a:rPr lang="ru-RU" sz="1600" dirty="0"/>
              <a:t>В UI нельзя упоминать Android или Google Play — Apple отклоняет такие приложения.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Нет политики конфиденциальности</a:t>
            </a:r>
          </a:p>
          <a:p>
            <a:r>
              <a:rPr lang="ru-RU" b="0" dirty="0">
                <a:solidFill>
                  <a:schemeClr val="tx1"/>
                </a:solidFill>
              </a:rPr>
              <a:t>Отсутствие ссылки на privacy policy — частая причина отказа.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Слишком ограниченный функционал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Минимальное MVP без реальной ценности для пользователя не принимают.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Нет поддержки последних iOS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Приложение должно поддерживать актуальные версии iOS на момент проверки.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21,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Мониторинг продакшна</a:t>
            </a:r>
          </a:p>
          <a:p>
            <a:r>
              <a:rPr lang="ru-RU" dirty="0"/>
              <a:t>Firebase Crashlytics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Firebase Crashlytics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Автосбор крэшей</a:t>
            </a:r>
          </a:p>
          <a:p>
            <a:pPr>
              <a:spcAft>
                <a:spcPts val="600"/>
              </a:spcAft>
            </a:pPr>
            <a:r>
              <a:rPr lang="ru-RU" dirty="0"/>
              <a:t>FlutterError.onError и PlatformDispatcher.instance.onError перехватывают все необработанные ошибки Flutter и платформы.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Ручная запись ошибок</a:t>
            </a:r>
          </a:p>
          <a:p>
            <a:pPr>
              <a:spcAft>
                <a:spcPts val="600"/>
              </a:spcAft>
            </a:pPr>
            <a:r>
              <a:rPr lang="ru-RU" dirty="0"/>
              <a:t>recordError(e, stackTrace) в try/catch BLoC или репозитория — фиксирует неожиданные ошибки вместе с текущим состоянием.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Контекст крэша</a:t>
            </a:r>
          </a:p>
          <a:p>
            <a:pPr>
              <a:spcAft>
                <a:spcPts val="600"/>
              </a:spcAft>
            </a:pPr>
            <a:r>
              <a:rPr lang="ru-RU" dirty="0"/>
              <a:t>setUserIdentifier, setCustomKey и log() — breadcrumbs помогают понять, что происходило перед крэшем.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Финальное задание: релиз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21,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нужно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Установить финальную версию 1.0.0+1 в pubspec.yaml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Настроить иконку через flutter_launcher_icons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Настроить сплэш-экран через flutter_native_splash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Сгенерировать keystore и настроить подписание Android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Собрать подписанный AAB с --obfuscate и --split-debug-info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Проверить APK на устройстве по полному пользовательскому сценарию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(Опционально) загрузить AAB в Google Play — Internal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Финальное задание курса — CineTrack готовится к реальному релизу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Сохранить build/debug-info/ для расшифровки крэшей из Crashlytics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Полный сценарий: список фильмов, поиск, избранное, офлайн-кэш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Чеклист из 16 пунктов подтверждает готовность к публикации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1059</Words>
  <Application>Microsoft Macintosh PowerPoint</Application>
  <PresentationFormat>Widescreen</PresentationFormat>
  <Paragraphs>163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Иконка и сплэш-экран</vt:lpstr>
      <vt:lpstr>Версионирование</vt:lpstr>
      <vt:lpstr>Обфускация и оптимизация</vt:lpstr>
      <vt:lpstr>PowerPoint Presentation</vt:lpstr>
      <vt:lpstr>Подписание приложения</vt:lpstr>
      <vt:lpstr>Форматы сборки: AAB vs APK</vt:lpstr>
      <vt:lpstr>Google Play Console</vt:lpstr>
      <vt:lpstr>PowerPoint Presentation</vt:lpstr>
      <vt:lpstr>Требования и сертификаты</vt:lpstr>
      <vt:lpstr>Сборка и загрузка в App Store Connect</vt:lpstr>
      <vt:lpstr>Частые причины отказа Apple</vt:lpstr>
      <vt:lpstr>PowerPoint Presentation</vt:lpstr>
      <vt:lpstr>Firebase Crashlytics</vt:lpstr>
      <vt:lpstr>Финальное задание: релиз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2026-09-03T07:14:21Z</dcterms:modified>
</cp:coreProperties>
</file>