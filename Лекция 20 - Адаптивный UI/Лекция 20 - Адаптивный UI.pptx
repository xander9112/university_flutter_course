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23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20,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20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Адаптивный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и отзывчивый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20,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Основы адаптивности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Responsive vs Adaptive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MediaQuery и breakpoints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LayoutBuilder и constraints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Компоновка под экран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SafeArea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OrientationBuilder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GridView: count vs extent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Flexible и Expanded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Платформа и десктоп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Platform-specific UI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Cupertino-виджеты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Мышь, шорткаты, окно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20,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Responsive vs Adaptive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Responsive (отзывчивый)</a:t>
            </a:r>
          </a:p>
          <a:p>
            <a:pPr>
              <a:spcAft>
                <a:spcPts val="600"/>
              </a:spcAft>
            </a:pPr>
            <a:r>
              <a:rPr lang="ru-RU" dirty="0"/>
              <a:t>Меняет размеры и компоновку под ширину экрана: 1 колонка на телефоне → 3 колонки на планшете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Adaptive (адаптивный)</a:t>
            </a:r>
          </a:p>
          <a:p>
            <a:pPr>
              <a:spcAft>
                <a:spcPts val="600"/>
              </a:spcAft>
            </a:pPr>
            <a:r>
              <a:rPr lang="ru-RU" dirty="0"/>
              <a:t>Меняет поведение и компоненты под платформу: Switch на Android → CupertinoSwitch на iOS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CineTrack: оба подхода</a:t>
            </a:r>
          </a:p>
          <a:p>
            <a:pPr>
              <a:spcAft>
                <a:spcPts val="600"/>
              </a:spcAft>
            </a:pPr>
            <a:r>
              <a:rPr lang="ru-RU" dirty="0"/>
              <a:t>Одинаково хорошо выглядит на телефоне, планшете и в вебе, при этом использует нативные элементы под каждую платформу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3</a:t>
            </a:fld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20,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MediaQuery</a:t>
            </a:r>
          </a:p>
          <a:p>
            <a:r>
              <a:rPr lang="ru-RU" dirty="0"/>
              <a:t>Экран, breakpoints, адаптивные сетки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MediaQuery: что даёт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20,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MediaQuery.of(context) — информация обо всём экране устройства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size.width / size.height</a:t>
            </a:r>
          </a:p>
          <a:p>
            <a:r>
              <a:rPr lang="ru-RU" sz="1600" dirty="0"/>
              <a:t>Ширина и высота экрана в логических пикселях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devicePixelRatio</a:t>
            </a:r>
          </a:p>
          <a:p>
            <a:r>
              <a:rPr lang="ru-RU" b="0" dirty="0">
                <a:solidFill>
                  <a:schemeClr val="tx1"/>
                </a:solidFill>
              </a:rPr>
              <a:t>Физические пиксели на один логический — для чёткости изображений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padding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Системные отступы: нотч, статус-бар, home indicator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orientation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Orientation.portrait или Orientation.landscape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20,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Breakpoints во Flutter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&lt; 600 — Телефон</a:t>
            </a:r>
          </a:p>
          <a:p>
            <a:pPr>
              <a:spcAft>
                <a:spcPts val="600"/>
              </a:spcAft>
            </a:pPr>
            <a:r>
              <a:rPr lang="ru-RU" dirty="0"/>
              <a:t>Одноколоночный список, BottomNavigationBar снизу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600–1200 — Планшет</a:t>
            </a:r>
          </a:p>
          <a:p>
            <a:pPr>
              <a:spcAft>
                <a:spcPts val="600"/>
              </a:spcAft>
            </a:pPr>
            <a:r>
              <a:rPr lang="ru-RU" dirty="0"/>
              <a:t>Двухколоночная сетка, NavigationRail сбоку вместо нижней навигации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&gt; 1200 — Десктоп</a:t>
            </a:r>
          </a:p>
          <a:p>
            <a:pPr>
              <a:spcAft>
                <a:spcPts val="600"/>
              </a:spcAft>
            </a:pPr>
            <a:r>
              <a:rPr lang="ru-RU" dirty="0"/>
              <a:t>Трёхколоночная сетка и боковая панель, лейблы NavigationRail показаны всегда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6</a:t>
            </a:fld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20,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_getCrossAxisCount(): сетка по ширине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Ширина &lt; 600</a:t>
            </a:r>
          </a:p>
          <a:p>
            <a:pPr>
              <a:spcAft>
                <a:spcPts val="600"/>
              </a:spcAft>
            </a:pPr>
            <a:r>
              <a:rPr lang="ru-RU" dirty="0"/>
              <a:t>2 колонки — GridView.builder с SliverGridDelegateWithFixedCrossAxisCount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Ширина 600–900</a:t>
            </a:r>
          </a:p>
          <a:p>
            <a:pPr>
              <a:spcAft>
                <a:spcPts val="600"/>
              </a:spcAft>
            </a:pPr>
            <a:r>
              <a:rPr lang="ru-RU" dirty="0"/>
              <a:t>3 колонки — тот же делегат, число колонок пересчитывается от ширины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Ширина &gt; 900</a:t>
            </a:r>
          </a:p>
          <a:p>
            <a:pPr>
              <a:spcAft>
                <a:spcPts val="600"/>
              </a:spcAft>
            </a:pPr>
            <a:r>
              <a:rPr lang="ru-RU" dirty="0"/>
              <a:t>4 колонки — сетка карточек MovieCard растёт вместе с экраном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7</a:t>
            </a:fld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20,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8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LayoutBuilder</a:t>
            </a:r>
          </a:p>
          <a:p>
            <a:r>
              <a:rPr lang="ru-RU" dirty="0"/>
              <a:t>Размер контейнера, а не экрана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MediaQuery vs LayoutBuilder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20,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MediaQuery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Размер всего экрана устройства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Глобальный контекст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Доступен в любом месте дерева виджетов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Подходит для глобальных breakpoints (выбор навигации)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LayoutBuilder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Размер конкретного контейнера через BoxConstraints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Локальный контекст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Доступен только внутри своего builder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Подходит, когда виджет может быть в разных местах: колонка, список, диалог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9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20,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SafeArea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Зачем нужен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Не даёт контенту уйти под нотч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Защищает от статус-бара и home indicator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Работает и с навигационной панелью Android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Как использовать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Оборачивает body внутри Scaffold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top/bottom/left/right включают отступы по отдельности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Scaffold уже частично включает SafeArea-логику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Пример в CineTrack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MovieDetailScreen: постер уходит за AppBar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SafeArea(top: false) защищает только текст под ним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10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OrientationBuilder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20,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Перестраивает виджет при смене ориентации устройства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Portrait</a:t>
            </a:r>
          </a:p>
          <a:p>
            <a:r>
              <a:rPr lang="ru-RU" sz="1600" dirty="0"/>
              <a:t>Column: постер сверху (300px), детали снизу в Expanded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Landscape</a:t>
            </a:r>
          </a:p>
          <a:p>
            <a:r>
              <a:rPr lang="ru-RU" b="0" dirty="0">
                <a:solidFill>
                  <a:schemeClr val="tx1"/>
                </a:solidFill>
              </a:rPr>
              <a:t>Row: постер слева (200px), детали справа в Expanded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MovieDetailScreen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Макет экрана деталей меняется в реальном времени при повороте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Что возвращает builder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Orientation.portrait или Orientation.landscape — enum, не углы и не размеры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20,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12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Адаптивные виджеты компоновки</a:t>
            </a:r>
          </a:p>
          <a:p>
            <a:r>
              <a:rPr lang="ru-RU" dirty="0"/>
              <a:t>GridView, Flexible, Expanded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20,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GridView: count vs extent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GridView.count</a:t>
            </a:r>
          </a:p>
          <a:p>
            <a:pPr>
              <a:spcAft>
                <a:spcPts val="600"/>
              </a:spcAft>
            </a:pPr>
            <a:r>
              <a:rPr lang="ru-RU" dirty="0"/>
              <a:t>Фиксированное число колонок (crossAxisCount) — одинаково на любом экране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GridView.extent</a:t>
            </a:r>
          </a:p>
          <a:p>
            <a:pPr>
              <a:spcAft>
                <a:spcPts val="600"/>
              </a:spcAft>
            </a:pPr>
            <a:r>
              <a:rPr lang="ru-RU" dirty="0"/>
              <a:t>Задаёт maxCrossAxisExtent — максимальную ширину ячейки, колонки считаются автоматически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Список или сетка</a:t>
            </a:r>
          </a:p>
          <a:p>
            <a:pPr>
              <a:spcAft>
                <a:spcPts val="600"/>
              </a:spcAft>
            </a:pPr>
            <a:r>
              <a:rPr lang="ru-RU" dirty="0"/>
              <a:t>LayoutBuilder: maxWidth &lt; 600 → ListView.builder, иначе → GridView.extent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13</a:t>
            </a:fld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20,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Flexible и Expanded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Expanded</a:t>
            </a:r>
          </a:p>
          <a:p>
            <a:pPr>
              <a:spcAft>
                <a:spcPts val="600"/>
              </a:spcAft>
            </a:pPr>
            <a:r>
              <a:rPr lang="ru-RU" dirty="0"/>
              <a:t>Всегда занимает всё доступное пространство в Row/Column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Flexible</a:t>
            </a:r>
          </a:p>
          <a:p>
            <a:pPr>
              <a:spcAft>
                <a:spcPts val="600"/>
              </a:spcAft>
            </a:pPr>
            <a:r>
              <a:rPr lang="ru-RU" dirty="0"/>
              <a:t>Может занять меньше места, если дочерний виджет меньше доступного пространства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flex: пропорции</a:t>
            </a:r>
          </a:p>
          <a:p>
            <a:pPr>
              <a:spcAft>
                <a:spcPts val="600"/>
              </a:spcAft>
            </a:pPr>
            <a:r>
              <a:rPr lang="ru-RU" dirty="0"/>
              <a:t>Flexible(flex: 2) и Flexible(flex: 1) делят пространство в отношении 2:1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14</a:t>
            </a:fld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20,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Platform-specific UI</a:t>
            </a:r>
          </a:p>
          <a:p>
            <a:r>
              <a:rPr lang="ru-RU" dirty="0"/>
              <a:t>Adaptive-виджеты и Cupertino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20,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Platform: определение и виджеты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dart:io Platform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Platform.isIOS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Platform.isAndroid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isMacOS / isWindows / isLinux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Adaptive-переключение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Switch → CupertinoSwitch на iOS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CircularProgressIndicator → CupertinoActivityIndicator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showDialog → showCupertinoDialog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Диалог подтверждения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AlertDialog + TextButton (Android)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CupertinoAlertDialog + CupertinoDialogAction (iOS)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isDestructiveAction — красная кнопка удаления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16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Cupertino-виджеты — iOS-стиль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20,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package:flutter/cupertino.dart — готовые компоненты в стиле iOS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CupertinoPageScaffold</a:t>
            </a:r>
          </a:p>
          <a:p>
            <a:r>
              <a:rPr lang="ru-RU" sz="1600" dirty="0"/>
              <a:t>Экран в стиле iOS с CupertinoNavigationBar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CupertinoButton.filled</a:t>
            </a:r>
          </a:p>
          <a:p>
            <a:r>
              <a:rPr lang="ru-RU" b="0" dirty="0">
                <a:solidFill>
                  <a:schemeClr val="tx1"/>
                </a:solidFill>
              </a:rPr>
              <a:t>Кнопка в стиле iOS, например «Добавить в избранное»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CupertinoListSection.insetGrouped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Список в стиле iOS для CupertinoListTile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CupertinoListTile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title, subtitle, leading — карточка фильма в iOS-стиле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17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20,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18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Flutter на Desktop и Web</a:t>
            </a:r>
          </a:p>
          <a:p>
            <a:r>
              <a:rPr lang="ru-RU" dirty="0"/>
              <a:t>Мышь, клавиатура, окно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20,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Desktop и Web: мышь, клавиатура, окно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Поддержка мыши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MouseRegion: onEnter / onExit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SystemMouseCursors.click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Tooltip — подсказка при наведении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Клавиатурные шорткаты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Shortcuts + Actions — стандартный способ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LogicalKeySet(...) → Intent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CallbackAction обрабатывает Intent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Окно приложения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package window_manager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setMinimumSize(800×600)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setTitle('CineTrack') — не для web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19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Домашнее задание: CineTrack адаптивен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20,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сделать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HomeScreen: LayoutBuilder — ListView при ширине &lt;600, GridView.extent при &gt;=600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Обернуть все экраны в SafeArea (детали — top: false, постер уходит за AppBar)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MovieDetailScreen: OrientationBuilder — портрет и ландшафт по-разному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Создать AdaptiveScaffold: BottomNavigationBar на телефоне, NavigationRail на планшете (&gt;=600)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MainScreen переходит на AdaptiveScaffold с 3 destinations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Tooltip на кнопке избранного с описанием действия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Первое сквозное применение адаптивности во всём CineTrack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Опирается на экраны и виджеты из предыдущих лекций: HomeScreen, MovieDetailScreen, FavoriteButton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AdaptiveScaffold с NavigationRail — новый способ навигации для широких экранов, без замены логики роутинга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Проверяется на разных размерах: симулятор телефона/планшета или resize окна Flutter Web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20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4796</TotalTime>
  <Words>1030</Words>
  <Application>Microsoft Macintosh PowerPoint</Application>
  <PresentationFormat>Widescreen</PresentationFormat>
  <Paragraphs>195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Responsive vs Adaptive</vt:lpstr>
      <vt:lpstr>PowerPoint Presentation</vt:lpstr>
      <vt:lpstr>MediaQuery: что даёт</vt:lpstr>
      <vt:lpstr>Breakpoints во Flutter</vt:lpstr>
      <vt:lpstr>_getCrossAxisCount(): сетка по ширине</vt:lpstr>
      <vt:lpstr>PowerPoint Presentation</vt:lpstr>
      <vt:lpstr>MediaQuery vs LayoutBuilder</vt:lpstr>
      <vt:lpstr>SafeArea</vt:lpstr>
      <vt:lpstr>OrientationBuilder</vt:lpstr>
      <vt:lpstr>PowerPoint Presentation</vt:lpstr>
      <vt:lpstr>GridView: count vs extent</vt:lpstr>
      <vt:lpstr>Flexible и Expanded</vt:lpstr>
      <vt:lpstr>PowerPoint Presentation</vt:lpstr>
      <vt:lpstr>Platform: определение и виджеты</vt:lpstr>
      <vt:lpstr>Cupertino-виджеты — iOS-стиль</vt:lpstr>
      <vt:lpstr>PowerPoint Presentation</vt:lpstr>
      <vt:lpstr>Desktop и Web: мышь, клавиатура, окно</vt:lpstr>
      <vt:lpstr>Домашнее задание: CineTrack адаптивен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350</cp:revision>
  <dcterms:created xsi:type="dcterms:W3CDTF">2025-10-28T11:38:48Z</dcterms:created>
  <dcterms:modified xsi:type="dcterms:W3CDTF">2026-09-03T07:14:00Z</dcterms:modified>
</cp:coreProperties>
</file>