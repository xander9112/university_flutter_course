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21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18,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18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Основы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тестирования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Unit-тестирование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Пакет test и класс-пример Counter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Функции test() и group()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Запуск тестов через IDE и терминал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Widget-тестирование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flutter_test: WidgetTester, Finder, Matcher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pumpWidget, pump, pumpAndSettle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Прокрутка длинных списков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Integration-тестирование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Пакет integration_test и WidgetTester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Запуск на устройстве и в Web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Домашнее задание: тесты CineTrack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18,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ЧАСТЬ 1</a:t>
            </a:r>
          </a:p>
          <a:p>
            <a:r>
              <a:rPr lang="ru-RU" dirty="0"/>
              <a:t>Unit-тестирование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Основы Unit-тестов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Пакет test</a:t>
            </a:r>
          </a:p>
          <a:p>
            <a:pPr>
              <a:spcAft>
                <a:spcPts val="600"/>
              </a:spcAft>
            </a:pPr>
            <a:r>
              <a:rPr lang="ru-RU" dirty="0"/>
              <a:t>Базовые функции test и expect для модульных тестов на чистом Dart — без зависимости от Flutter SDK. Подключается через flutter pub add dev:test.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Юнит для тестирования</a:t>
            </a:r>
          </a:p>
          <a:p>
            <a:pPr>
              <a:spcAft>
                <a:spcPts val="600"/>
              </a:spcAft>
            </a:pPr>
            <a:r>
              <a:rPr lang="ru-RU" dirty="0"/>
              <a:t>«Юнит» — функция, метод или класс. Пример: класс Counter с value, increment() и decrement(), начинающий счёт с нуля.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Структура проекта</a:t>
            </a:r>
          </a:p>
          <a:p>
            <a:pPr>
              <a:spcAft>
                <a:spcPts val="600"/>
              </a:spcAft>
            </a:pPr>
            <a:r>
              <a:rPr lang="ru-RU" dirty="0"/>
              <a:t>Тестируемый код — в lib/, тесты — в test/. Имя файла теста обязательно оканчивается на _test.dart: по этому суффиксу тест-раннер находит тесты.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test(), group() и запуск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test()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Определяет один тест-кейс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expect(actual, matcher) проверяет результат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counter.increment() → value ==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group()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Объединяет связанные тесты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Общий контекст для сценариев Counter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value стартует с 0, растёт и уменьшается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Запуск тестов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IDE: Run → tests in counter_test.dart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Точки останова для отладки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Терминал: flutter test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flutter test test/counter_test.dart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18,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ЧАСТЬ 2</a:t>
            </a:r>
          </a:p>
          <a:p>
            <a:r>
              <a:rPr lang="ru-RU" dirty="0"/>
              <a:t>Widget-тестирование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flutter_test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18,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flutter_test поставляется с Flutter SDK и дополняет пакет test инструментами для тестирования виджетов.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WidgetTester</a:t>
            </a:r>
          </a:p>
          <a:p>
            <a:r>
              <a:rPr lang="ru-RU" sz="1600" dirty="0"/>
              <a:t>Строит виджеты и взаимодействует с ними в тестовой среде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testWidgets()</a:t>
            </a:r>
          </a:p>
          <a:p>
            <a:r>
              <a:rPr lang="ru-RU" b="0" dirty="0">
                <a:solidFill>
                  <a:schemeClr val="tx1"/>
                </a:solidFill>
              </a:rPr>
              <a:t>Заменяет test(); автоматически создаёт WidgetTester для каждого теста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Finder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Классы для поиска виджетов в дереве, например find.text()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Matcher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Константы вроде findsOneWidget проверяют, что Finder нашёл нужные виджеты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7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Пример: тест MyWidget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1. Построить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pumpWidget(MyWidget(title:'T', message:'M'))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Строит дерево виджетов в тестовой среде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2. Найти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find.text('T') — Finder заголовка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find.text('M') — Finder сообщения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3. Проверить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expect(titleFinder, findsOneWidget)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expect(messageFinder, findsOneWidget)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Перестроение виджета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pumpWidget()</a:t>
            </a:r>
          </a:p>
          <a:p>
            <a:pPr>
              <a:spcAft>
                <a:spcPts val="600"/>
              </a:spcAft>
            </a:pPr>
            <a:r>
              <a:rPr lang="ru-RU" dirty="0"/>
              <a:t>Строит и впервые отображает переданный виджет в тестовой среде — точка входа любого widget-теста.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pump(duration)</a:t>
            </a:r>
          </a:p>
          <a:p>
            <a:pPr>
              <a:spcAft>
                <a:spcPts val="600"/>
              </a:spcAft>
            </a:pPr>
            <a:r>
              <a:rPr lang="ru-RU" dirty="0"/>
              <a:t>Планирует один кадр и перестраивает виджет; полезно после setState() или для покадровой прокрутки анимации.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pumpAndSettle()</a:t>
            </a:r>
          </a:p>
          <a:p>
            <a:pPr>
              <a:spcAft>
                <a:spcPts val="600"/>
              </a:spcAft>
            </a:pPr>
            <a:r>
              <a:rPr lang="ru-RU" dirty="0"/>
              <a:t>Повторяет pump() пока не закончатся запланированные кадры — по сути ждёт завершения всех анимаций.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9</a:t>
            </a:fld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Дополнительные Matcher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18,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Кроме findsOneWidget, flutter_test даёт матчеры для других сценариев поиска виджетов.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findsNothing</a:t>
            </a:r>
          </a:p>
          <a:p>
            <a:r>
              <a:rPr lang="ru-RU" sz="1600" dirty="0"/>
              <a:t>Проверяет, что ни один виджет не найден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findsWidgets</a:t>
            </a:r>
          </a:p>
          <a:p>
            <a:r>
              <a:rPr lang="ru-RU" b="0" dirty="0">
                <a:solidFill>
                  <a:schemeClr val="tx1"/>
                </a:solidFill>
              </a:rPr>
              <a:t>Проверяет, что найден один или несколько виджетов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findsNWidgets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Проверяет, что найдено ровно заданное число виджетов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matchesGoldenFile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Сравнивает рендер виджета с эталонным изображением (Golden File)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10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Тестирование длинных списков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18,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Подготовка виджета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Key('long_list') на ListView — чтобы найти и прокрутить список в тесте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ValueKey('item_${index}_text') на каждом элементе — чтобы найти конкретный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Высота элементов может отличаться на разных устройствах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scrollUntilVisible()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find.byType(Scrollable) находит прокручиваемый список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Метод шаг за шагом прокручивает список (например, по 500.0), пока элемент не станет видимым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Не нужно заранее знать высоту элементов или гарантии видимости на всех устройствах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После прокрутки — expect(itemFinder, findsOneWidget)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18,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12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ЧАСТЬ 3</a:t>
            </a:r>
          </a:p>
          <a:p>
            <a:r>
              <a:rPr lang="ru-RU" dirty="0"/>
              <a:t>Integration-тестирование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Зачем нужны Integration-тесты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Совместная работа частей</a:t>
            </a:r>
          </a:p>
          <a:p>
            <a:pPr>
              <a:spcAft>
                <a:spcPts val="600"/>
              </a:spcAft>
            </a:pPr>
            <a:r>
              <a:rPr lang="ru-RU" dirty="0"/>
              <a:t>Unit и widget тесты проверяют части по отдельности; integration-тесты — как приложение работает целиком.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Производительность</a:t>
            </a:r>
          </a:p>
          <a:p>
            <a:pPr>
              <a:spcAft>
                <a:spcPts val="600"/>
              </a:spcAft>
            </a:pPr>
            <a:r>
              <a:rPr lang="ru-RU" dirty="0"/>
              <a:t>Позволяют измерить производительность приложения, запущенного на реальном устройстве.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Пакет integration_test</a:t>
            </a:r>
          </a:p>
          <a:p>
            <a:pPr>
              <a:spcAft>
                <a:spcPts val="600"/>
              </a:spcAft>
            </a:pPr>
            <a:r>
              <a:rPr lang="ru-RU" dirty="0"/>
              <a:t>Официальный пакет Flutter SDK для написания и запуска end-to-end тестов.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Структура Integration-теста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Подготовка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Каталог integration_test/, файл app_test.dart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Зависимости: integration_test, flutter_test (SDK)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Три шага теста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IntegrationTestWidgetsFlutterBinding.ensureInitialized()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Взаимодействие через WidgetTester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Проверка сценариев через expect()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Пример сценария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pumpWidget(MyApp()), затем tap() по FAB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pumpAndSettle() + expect(find.text('1'))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14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Запуск Integration-тестов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Мобильные устройства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Подключить устройство iOS/Android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flutter test integration_test/app_test.dart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flutter test integration_test — весь каталог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Web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Скачать и запустить chromedriver --port=4444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test_driver/integration_test.dart: integrationDriver()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flutter drive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--driver=test_driver/integration_test.dart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--target=integration_test/app_test.dart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-d chrome или -d web-server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15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18,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ДОМАШНЕЕ ЗАДАНИЕ</a:t>
            </a:r>
          </a:p>
          <a:p>
            <a:r>
              <a:rPr lang="ru-RU" dirty="0"/>
              <a:t>Тестируем CineTrack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Задание 18 — тесты для CineTrack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18,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нужно сделать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Добавить зависимости: mocktail, bloc_test, integration_test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MockMovieRepository (mocktail) + unit-тест GetPopularMovies: успех и ошибка репозитория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bloc_test для MoviesBloc: load → Loading→Loaded и сценарий сетевой ошибки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Widget-тест MovieCard: название, год выпуска и рейтинг фильма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Widget-тест FavoritesScreen с моком FavoritesProvider: пустой список избранного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Integration-тест app_test.dart: список → детали → назад, добавление в избранное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 и критерии приёмки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Финальное задание курса — приложение готовится к продакшену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Три уровня тестов: unit (usecases/bloc), widget (UI), integration (сценарий пользователя)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flutter test должен проходить без ошибок; flutter test --coverage — для отчёта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Покрытие тестами domain и presentation слоёв — не менее 70%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17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Итог курса: путь CineTrack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UI и навигация (1-7)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Виджеты, Stack, Row/Column, ListView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Именованные маршруты, BottomNavigationBar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Form, валидация, SnackBar, AlertDialog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Данные и состояние (8-11)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HTTP, JSON, FutureBuilder, кэш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Provider и BLoC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SharedPreferences, SQLite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Архитектура и качество (12-18)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Clean Architecture: domain/data/presentation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Freezed, Retrofit, build_runner, DI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Тестирование: unit, widget, integration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18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1150</Words>
  <Application>Microsoft Macintosh PowerPoint</Application>
  <PresentationFormat>Widescreen</PresentationFormat>
  <Paragraphs>185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PowerPoint Presentation</vt:lpstr>
      <vt:lpstr>Основы Unit-тестов</vt:lpstr>
      <vt:lpstr>test(), group() и запуск</vt:lpstr>
      <vt:lpstr>PowerPoint Presentation</vt:lpstr>
      <vt:lpstr>Инструменты flutter_test</vt:lpstr>
      <vt:lpstr>Пример: тест MyWidget</vt:lpstr>
      <vt:lpstr>Перестроение виджета</vt:lpstr>
      <vt:lpstr>Дополнительные Matcher</vt:lpstr>
      <vt:lpstr>Тестирование длинных списков</vt:lpstr>
      <vt:lpstr>PowerPoint Presentation</vt:lpstr>
      <vt:lpstr>Зачем нужны Integration-тесты</vt:lpstr>
      <vt:lpstr>Структура Integration-теста</vt:lpstr>
      <vt:lpstr>Запуск Integration-тестов</vt:lpstr>
      <vt:lpstr>PowerPoint Presentation</vt:lpstr>
      <vt:lpstr>Задание 18 — тесты для CineTrack</vt:lpstr>
      <vt:lpstr>Итог курса: путь CineTrack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2026-09-03T07:13:19Z</dcterms:modified>
</cp:coreProperties>
</file>