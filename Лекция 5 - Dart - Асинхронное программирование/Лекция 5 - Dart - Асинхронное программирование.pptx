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8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5.png"/><Relationship Id="rId11" Type="http://schemas.openxmlformats.org/officeDocument/2006/relationships/image" Target="../media/image30.svg"/><Relationship Id="rId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5.png"/><Relationship Id="rId11" Type="http://schemas.openxmlformats.org/officeDocument/2006/relationships/image" Target="../media/image30.svg"/><Relationship Id="rId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5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Dart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Асинхронное программирование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Основы асинхронности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Блокирующий vs неблокирующий код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Event loop и однопоточность 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Microtask и event queue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Future и async/await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Future&lt;T&gt;: состояния и методы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async/await вместо .then()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Обработка ошибок: try/catch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Future.wait и Future.any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Stream и генераторы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Stream&lt;T&gt; и подписка (listen)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StreamController и broadcast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async* / yield / yield*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StreamBuilder во Flutter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ЗАЧЕМ НУЖНА АСИНХРОННОСТЬ</a:t>
            </a:r>
          </a:p>
          <a:p>
            <a:r>
              <a:rPr lang="ru-RU" dirty="0"/>
              <a:t>Event loop в Dart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Блокирующий vs неблокирующий код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Синхронный 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Каждая строка ждёт завершения предыдущей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Долгая операция (3 сек) «замораживает» весь поток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Программа не может делать ничего другого во время ожидания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Асинхронный 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Долгая операция запускается и не блокирует выполнение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await ждёт результат, не останавливая event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 завершении операция сообщает через callback/уведомление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асинхронных операций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Любая операция с непредсказуемым временем ответа выполняется асинхронно.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Сетевой запрос</a:t>
            </a:r>
          </a:p>
          <a:p>
            <a:r>
              <a:rPr lang="ru-RU" sz="1600" dirty="0"/>
              <a:t>HTTP-запрос: ответ приходит через сотни миллисекунд, время не гарантировано.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Файл</a:t>
            </a:r>
          </a:p>
          <a:p>
            <a:r>
              <a:rPr lang="ru-RU" b="0" dirty="0">
                <a:solidFill>
                  <a:schemeClr val="tx1"/>
                </a:solidFill>
              </a:rPr>
              <a:t>Чтение/запись файла зависит от скорости диска и его текущей загрузки.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Таймер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Нужно физически подождать заданное время, прежде чем продолжить.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База данных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Время ответа СУБД непредсказуемо и зависит от нагрузки.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Event loop: как это работает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1. Синхронный код</a:t>
            </a:r>
          </a:p>
          <a:p>
            <a:pPr>
              <a:spcAft>
                <a:spcPts val="600"/>
              </a:spcAft>
            </a:pPr>
            <a:r>
              <a:rPr lang="ru-RU" dirty="0"/>
              <a:t>Dart сначала выполняет весь синхронный код в главной очереди до конца.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2. Microtask queue</a:t>
            </a:r>
          </a:p>
          <a:p>
            <a:pPr>
              <a:spcAft>
                <a:spcPts val="600"/>
              </a:spcAft>
            </a:pPr>
            <a:r>
              <a:rPr lang="ru-RU" dirty="0"/>
              <a:t>Очередь для Future/async/await и scheduleMicrotask(); опустошается полностью, имеет более высокий приоритет.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3. Event queue</a:t>
            </a:r>
          </a:p>
          <a:p>
            <a:pPr>
              <a:spcAft>
                <a:spcPts val="600"/>
              </a:spcAft>
            </a:pPr>
            <a:r>
              <a:rPr lang="ru-RU" dirty="0"/>
              <a:t>Очередь макротасков — Timer, Future.delayed, ввод-вывод; за раз берётся ровно одна задача, затем снова микротаски.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Порядок выполнения: правило и примеры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Главное правило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Микротаски выполняются раньше макротасок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Даже если макротаска добавлена в код раньше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Future.delayed(Duration.zero) — всё равно макротаска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Пример: await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Код после await — это callback в microtask queue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Функция выполняется синхронно до первого await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Дальше управление возвращается вызывающему коду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Пример: вложенные микротаски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Микротаска внутри микротаски — тоже раньше макротаски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Microtask queue опустошается полностью перед макротаской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Даже новые микротаски, добавленные «на ходу»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FUTURE&lt;T&gt; И ASYNC/AWAIT</a:t>
            </a:r>
          </a:p>
          <a:p>
            <a:r>
              <a:rPr lang="ru-RU" dirty="0"/>
              <a:t>Асинхронный результат — читаемо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Future&lt;T&gt;: состояния, создание, методы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Состояния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Uncompleted — операция ещё выполняется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Completed with value — успешно завершён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Completed with error — завершён с ошибкой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Создание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Future.value(42) — уже завершённый Future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Future.delayed(duration, () =&gt; ...) — с задержкой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Работа с результатом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.then() — обработка успешного результата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.catchError() — обработка ошибки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.whenComplete() — выполняется всегда (аналог finally)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.then() vs async/await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.then() — callback hell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fetchUser().then(...).then(...).then(...).catchError(...)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Каждый следующий шаг — новый уровень вложенности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Сложно читать длинные цепочки и обрабатывать ошибки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async/await — линейно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var user = await fetchUser();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var movies = await fetchMoviesForUser(user.id);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Код выглядит как обычный последовательный 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Ошибки ловятся привычным try/catch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async и await: основы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async — маркер функции</a:t>
            </a:r>
          </a:p>
          <a:p>
            <a:pPr>
              <a:spcAft>
                <a:spcPts val="600"/>
              </a:spcAft>
            </a:pPr>
            <a:r>
              <a:rPr lang="ru-RU" dirty="0"/>
              <a:t>Помечает функцию как асинхронную; она всегда возвращает Future, даже если тело возвращает не-Future.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await — ожидание</a:t>
            </a:r>
          </a:p>
          <a:p>
            <a:pPr>
              <a:spcAft>
                <a:spcPts val="600"/>
              </a:spcAft>
            </a:pPr>
            <a:r>
              <a:rPr lang="ru-RU" dirty="0"/>
              <a:t>Можно использовать только внутри async-функции; приостанавливает её, не блокируя event loop.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Когда продолжится код</a:t>
            </a:r>
          </a:p>
          <a:p>
            <a:pPr>
              <a:spcAft>
                <a:spcPts val="600"/>
              </a:spcAft>
            </a:pPr>
            <a:r>
              <a:rPr lang="ru-RU" dirty="0"/>
              <a:t>После await функция «замораживается», управление возвращается вызывающему, а продолжение выполнится как микротаска.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ОБРАБОТКА ОШИБОК</a:t>
            </a:r>
          </a:p>
          <a:p>
            <a:r>
              <a:rPr lang="ru-RU" dirty="0"/>
              <a:t>И ПАРАЛЛЕЛЬНОСТЬ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Обработка ошибок в async-коде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try/catch/finally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await оборачивается в try { } catch (e) { }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finally выполняется всегда — успех или ошибка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Стандартный и самый читаемый способ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Типизированный catch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 SocketException — нет сети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 TimeoutException — истекло время ожидания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 FormatException — неверный формат данных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catch (e, stackTrace) — всё остальное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Свои исключения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implements Exception + свои поля (id, message)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Пример: MovieNotFoundException(id)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Позволяет обрабатывать именно свою ошибку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Exception vs Error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Exception — ожидаемые ситуации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Нет сети, неверный ввод, файл не найден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Примеры: SocketException, FormatException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Следует ловить и обрабатывать в коде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Error — ошибки программиста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Некорректное использование API самим разработчиком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Примеры: ArgumentError, StateError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Обычно не ловят — это баг, который нужно исправить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Future.wait: последовательно vs параллельно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Последовательно (await по очереди)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await fetchTitle() → await fetchRating() → await fetchDescription()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Задержки 2 + 1 + 3 секунды складываются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Итого: 6 секунд ожидания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Параллельно (Future.wait)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Future.wait([fetchTitle(), fetchRating(), fetchDescription()])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Все три запроса стартуют одновременно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Итого: max(2, 1, 3) = 3 секунды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Параллельные операции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Future.wait</a:t>
            </a:r>
          </a:p>
          <a:p>
            <a:pPr>
              <a:spcAft>
                <a:spcPts val="600"/>
              </a:spcAft>
            </a:pPr>
            <a:r>
              <a:rPr lang="ru-RU" dirty="0"/>
              <a:t>Дожидается завершения ВСЕХ Future из списка и возвращает результаты в том же порядке.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Future.any</a:t>
            </a:r>
          </a:p>
          <a:p>
            <a:pPr>
              <a:spcAft>
                <a:spcPts val="600"/>
              </a:spcAft>
            </a:pPr>
            <a:r>
              <a:rPr lang="ru-RU" dirty="0"/>
              <a:t>Возвращает результат того Future, который завершился первым; остальные продолжают работать в фоне.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Параллельные запросы к API</a:t>
            </a:r>
          </a:p>
          <a:p>
            <a:pPr>
              <a:spcAft>
                <a:spcPts val="600"/>
              </a:spcAft>
            </a:pPr>
            <a:r>
              <a:rPr lang="ru-RU" dirty="0"/>
              <a:t>Профиль, фильмы и уведомления загружаются одновременно — экран строится сразу по всем данным.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STREAM&lt;T&gt;</a:t>
            </a:r>
          </a:p>
          <a:p>
            <a:r>
              <a:rPr lang="ru-RU" dirty="0"/>
              <a:t>И STREAMCONTROLLER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Future&lt;T&gt; vs Stream&lt;T&gt;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Future — одно значение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Представляет одно значение, которое появится позже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Похоже на «квитанцию»: получаете сейчас, результат — потом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Завершается один раз: значением или ошибкой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Stream — последовательность значений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Последовательность значений во времени, как река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Можно подписаться и получать элементы по одному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Завершается событием done, когда данные закончились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встречается Stream во Flutter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Всё, что генерирует несколько событий во времени, естественно моделируется потоком.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Чат</a:t>
            </a:r>
          </a:p>
          <a:p>
            <a:r>
              <a:rPr lang="ru-RU" sz="1600" dirty="0"/>
              <a:t>Сообщения приходят по одному, а не все сразу.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Датчики</a:t>
            </a:r>
          </a:p>
          <a:p>
            <a:r>
              <a:rPr lang="ru-RU" b="0" dirty="0">
                <a:solidFill>
                  <a:schemeClr val="tx1"/>
                </a:solidFill>
              </a:rPr>
              <a:t>GPS, акселерометр — постоянный поток показаний.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Ввод пользователя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Нажатия и события ввода — серия событий.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Загрузка файла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Прогресс скачивания в процентах, шаг за шагом.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Работа со 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Создание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Stream.fromIterable([1,2,3]) — из коллекции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Stream.fromFuture(...) — из одного Future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Stream.periodic(duration, ...) — по таймеру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Подписка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.listen(onData, onError, onDone)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.cancel() — остановить подписку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await for (var x in stream) — итерация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Операторы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.where() — фильтрация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.map() — преобразование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.take() / .skip() — часть потока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.distinct() — без повторов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StreamController: ручное управление потоком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Создание и управление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StreamController&lt;int&gt;() создаёт controller.stream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controller.sink.add(value) — отправить событие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controller.close() — закрыть поток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Пример: отсчёт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Цикл добавляет значения 5→0 с задержкой 1 сек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await for слушает controller.stream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Без close() ожидание длилось бы вечно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Broadcast Stream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Обычный Stream — только один слушатель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StreamController.broadcast() — слушателей много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controller.addError() — отправить ошибку в поток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5,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22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ASYNC* / YIELD</a:t>
            </a:r>
          </a:p>
          <a:p>
            <a:r>
              <a:rPr lang="ru-RU" dirty="0"/>
              <a:t>Генераторы потоков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async* и yield: генераторы Stream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async* — маркер генератора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 возвращает Stream&lt;T&gt; вместо Future&lt;T&gt;; внутри используется yield вместо return.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yield — отправить значение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Каждый yield добавляет одно значение в поток; функция продолжает работу дальше.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yield* — вложить поток</a:t>
            </a:r>
          </a:p>
          <a:p>
            <a:pPr>
              <a:spcAft>
                <a:spcPts val="600"/>
              </a:spcAft>
            </a:pPr>
            <a:r>
              <a:rPr lang="ru-RU" dirty="0"/>
              <a:t>Передаёт все элементы другого Stream или Iterable внутрь текущего потока.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23</a:t>
            </a:fld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Генераторы на практике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Отсчёт с задержкой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for + await Future.delayed внутри async*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yield на каждой итерации цикла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Проще StreamController для простых случаев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Числа Фибоначчи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while(true) + yield — бесконечный поток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.take(10) ограничивает число элементов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Поток «тянется» лениво, по подписке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StreamBuilder во Flutter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Виджет подписывается на stream и перестраивает UI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builder получает AsyncSnapshot&lt;T&gt;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Детально — в Лекции 13 про BLoC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5,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 (DartPad)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1. fetchMovieTitle(id) — имитация запроса через Future.delayed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2. fetchMovies() — параллельная загрузка через Future.wait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3. loadMovieWithFallback() — try/catch с запасным значением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4. Обратный отсчёт 5→0 через StreamController и await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5. generateRatings() — генератор оценок через async*/yield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Задания — чистый Dart в DartPad, без интерфейса Flutter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Тема фильмов уже перекликается с будущим приложением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Реальные HTTP-запросы к API появятся в Лекции 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Сама разработка CineTrack (виджеты, экраны) начнётся в Лекции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Здесь закладывается фундамент: Future, ошибки, Stream, генераторы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1624</Words>
  <Application>Microsoft Macintosh PowerPoint</Application>
  <PresentationFormat>Widescreen</PresentationFormat>
  <Paragraphs>265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Блокирующий vs неблокирующий код</vt:lpstr>
      <vt:lpstr>Примеры асинхронных операций</vt:lpstr>
      <vt:lpstr>Event loop: как это работает</vt:lpstr>
      <vt:lpstr>Порядок выполнения: правило и примеры</vt:lpstr>
      <vt:lpstr>PowerPoint Presentation</vt:lpstr>
      <vt:lpstr>Future&lt;T&gt;: состояния, создание, методы</vt:lpstr>
      <vt:lpstr>.then() vs async/await</vt:lpstr>
      <vt:lpstr>async и await: основы</vt:lpstr>
      <vt:lpstr>PowerPoint Presentation</vt:lpstr>
      <vt:lpstr>Обработка ошибок в async-коде</vt:lpstr>
      <vt:lpstr>Exception vs Error</vt:lpstr>
      <vt:lpstr>Future.wait: последовательно vs параллельно</vt:lpstr>
      <vt:lpstr>Параллельные операции</vt:lpstr>
      <vt:lpstr>PowerPoint Presentation</vt:lpstr>
      <vt:lpstr>Future&lt;T&gt; vs Stream&lt;T&gt;</vt:lpstr>
      <vt:lpstr>Где встречается Stream во Flutter</vt:lpstr>
      <vt:lpstr>Работа со Stream</vt:lpstr>
      <vt:lpstr>StreamController: ручное управление потоком</vt:lpstr>
      <vt:lpstr>PowerPoint Presentation</vt:lpstr>
      <vt:lpstr>async* и yield: генераторы Stream</vt:lpstr>
      <vt:lpstr>Генераторы на практике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2026-09-03T07:06:55Z</dcterms:modified>
</cp:coreProperties>
</file>