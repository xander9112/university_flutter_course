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2" r:id="rId2"/>
  </p:sldMasterIdLst>
  <p:notesMasterIdLst>
    <p:notesMasterId r:id="rId29"/>
  </p:notesMasterIdLst>
  <p:sldIdLst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2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6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F0AE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6405" autoAdjust="0"/>
  </p:normalViewPr>
  <p:slideViewPr>
    <p:cSldViewPr snapToGrid="0" showGuides="1">
      <p:cViewPr varScale="1">
        <p:scale>
          <a:sx n="131" d="100"/>
          <a:sy n="131" d="100"/>
        </p:scale>
        <p:origin x="416" y="184"/>
      </p:cViewPr>
      <p:guideLst>
        <p:guide orient="horz" pos="2137"/>
        <p:guide pos="36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36A41-8A82-4A63-A644-1300ED3C4BD0}" type="datetimeFigureOut">
              <a:rPr lang="ru-RU" smtClean="0"/>
              <a:t>03.09.2026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D93F3-FD71-4611-A070-2878D5BCF5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1851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3180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9467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10" Type="http://schemas.openxmlformats.org/officeDocument/2006/relationships/image" Target="../media/image5.sv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E29745E-883E-4D68-8AA0-4269C501B433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5B2D6EE1-B88A-4B76-B19A-D3034FBC1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6A1B717A-6C57-4C77-81E1-FA8AD40AB2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E05A67-0DBA-4D3B-8D25-BA8690EEF8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19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741A51FF-2DD6-4FE9-B2D2-5B4355B22756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042A8896-1CE3-4C38-A49B-1947498802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C5A54A4D-72B8-4264-9FDE-D0D03756C0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486735"/>
            <a:ext cx="503482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3C8B690-B31E-4424-AA58-93210A74698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3A96859-441E-4DFE-BEEB-BBF3874FB12C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25DC1B7-1099-4802-A04C-3865D9749A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81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5E27989-F29A-42EA-8A0D-88A0E86EEE28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D4065751-6D3A-4153-B414-7F34FF9EFD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B70C3511-A582-4572-98FE-CA9C7FB06C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273" y="2486735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ПРОМЕЖУТОЧНЫЙ СЛАЙД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F3627AF-EDB1-4777-AEEC-A295E86FF3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5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B2D6EE1-B88A-4B76-B19A-D3034FBC15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63" r="10997" b="9232"/>
          <a:stretch/>
        </p:blipFill>
        <p:spPr>
          <a:xfrm>
            <a:off x="4154273" y="0"/>
            <a:ext cx="8037728" cy="6858000"/>
          </a:xfrm>
          <a:prstGeom prst="rect">
            <a:avLst/>
          </a:prstGeom>
          <a:effectLst/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8AB4F367-C9F1-40F8-9879-3D148ADF314D}"/>
              </a:ext>
            </a:extLst>
          </p:cNvPr>
          <p:cNvSpPr txBox="1"/>
          <p:nvPr/>
        </p:nvSpPr>
        <p:spPr>
          <a:xfrm>
            <a:off x="7716000" y="2323366"/>
            <a:ext cx="349996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1219170" rtl="0" eaLnBrk="1" fontAlgn="auto" latinLnBrk="0" hangingPunct="1"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+7 (495) 984-25-13 </a:t>
            </a:r>
          </a:p>
          <a:p>
            <a:pPr>
              <a:spcAft>
                <a:spcPts val="1800"/>
              </a:spcAft>
            </a:pPr>
            <a:r>
              <a:rPr lang="en-US" sz="2400" b="1" dirty="0">
                <a:solidFill>
                  <a:schemeClr val="bg1"/>
                </a:solidFill>
                <a:ea typeface="Blogger Sans" pitchFamily="50" charset="0"/>
              </a:rPr>
              <a:t>info</a:t>
            </a: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@neoflex.ru  </a:t>
            </a:r>
          </a:p>
          <a:p>
            <a:pPr>
              <a:spcAft>
                <a:spcPts val="1800"/>
              </a:spcAft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www.neoflex.ru</a:t>
            </a:r>
          </a:p>
        </p:txBody>
      </p:sp>
      <p:grpSp>
        <p:nvGrpSpPr>
          <p:cNvPr id="9" name="Google Shape;6126;p50">
            <a:extLst>
              <a:ext uri="{FF2B5EF4-FFF2-40B4-BE49-F238E27FC236}">
                <a16:creationId xmlns:a16="http://schemas.microsoft.com/office/drawing/2014/main" id="{DC1CCB8E-CD15-4C1D-A793-637A223DF18C}"/>
              </a:ext>
            </a:extLst>
          </p:cNvPr>
          <p:cNvGrpSpPr/>
          <p:nvPr/>
        </p:nvGrpSpPr>
        <p:grpSpPr>
          <a:xfrm>
            <a:off x="7114454" y="2340521"/>
            <a:ext cx="511546" cy="508848"/>
            <a:chOff x="-35853975" y="2631825"/>
            <a:chExt cx="293800" cy="292250"/>
          </a:xfrm>
          <a:solidFill>
            <a:schemeClr val="bg1"/>
          </a:solidFill>
        </p:grpSpPr>
        <p:sp>
          <p:nvSpPr>
            <p:cNvPr id="10" name="Google Shape;6127;p50">
              <a:extLst>
                <a:ext uri="{FF2B5EF4-FFF2-40B4-BE49-F238E27FC236}">
                  <a16:creationId xmlns:a16="http://schemas.microsoft.com/office/drawing/2014/main" id="{EBAADA26-B67B-4041-996B-A5A0837B5E5B}"/>
                </a:ext>
              </a:extLst>
            </p:cNvPr>
            <p:cNvSpPr/>
            <p:nvPr/>
          </p:nvSpPr>
          <p:spPr>
            <a:xfrm>
              <a:off x="-35813025" y="2701825"/>
              <a:ext cx="201675" cy="171925"/>
            </a:xfrm>
            <a:custGeom>
              <a:avLst/>
              <a:gdLst/>
              <a:ahLst/>
              <a:cxnLst/>
              <a:rect l="l" t="t" r="r" b="b"/>
              <a:pathLst>
                <a:path w="8067" h="6877" extrusionOk="0">
                  <a:moveTo>
                    <a:pt x="1765" y="824"/>
                  </a:moveTo>
                  <a:lnTo>
                    <a:pt x="2868" y="1643"/>
                  </a:lnTo>
                  <a:lnTo>
                    <a:pt x="2238" y="2462"/>
                  </a:lnTo>
                  <a:cubicBezTo>
                    <a:pt x="2112" y="2620"/>
                    <a:pt x="2143" y="2840"/>
                    <a:pt x="2301" y="2935"/>
                  </a:cubicBezTo>
                  <a:lnTo>
                    <a:pt x="5042" y="4983"/>
                  </a:lnTo>
                  <a:cubicBezTo>
                    <a:pt x="5108" y="5035"/>
                    <a:pt x="5179" y="5060"/>
                    <a:pt x="5246" y="5060"/>
                  </a:cubicBezTo>
                  <a:cubicBezTo>
                    <a:pt x="5341" y="5060"/>
                    <a:pt x="5428" y="5011"/>
                    <a:pt x="5483" y="4920"/>
                  </a:cubicBezTo>
                  <a:lnTo>
                    <a:pt x="6113" y="4100"/>
                  </a:lnTo>
                  <a:lnTo>
                    <a:pt x="7247" y="4920"/>
                  </a:lnTo>
                  <a:lnTo>
                    <a:pt x="6554" y="5739"/>
                  </a:lnTo>
                  <a:cubicBezTo>
                    <a:pt x="6348" y="6001"/>
                    <a:pt x="6042" y="6152"/>
                    <a:pt x="5735" y="6152"/>
                  </a:cubicBezTo>
                  <a:cubicBezTo>
                    <a:pt x="5525" y="6152"/>
                    <a:pt x="5315" y="6081"/>
                    <a:pt x="5136" y="5928"/>
                  </a:cubicBezTo>
                  <a:lnTo>
                    <a:pt x="1324" y="3061"/>
                  </a:lnTo>
                  <a:cubicBezTo>
                    <a:pt x="883" y="2714"/>
                    <a:pt x="757" y="2084"/>
                    <a:pt x="1135" y="1643"/>
                  </a:cubicBezTo>
                  <a:lnTo>
                    <a:pt x="1765" y="824"/>
                  </a:lnTo>
                  <a:close/>
                  <a:moveTo>
                    <a:pt x="1647" y="1"/>
                  </a:moveTo>
                  <a:cubicBezTo>
                    <a:pt x="1540" y="1"/>
                    <a:pt x="1435" y="63"/>
                    <a:pt x="1356" y="162"/>
                  </a:cubicBezTo>
                  <a:lnTo>
                    <a:pt x="537" y="1265"/>
                  </a:lnTo>
                  <a:cubicBezTo>
                    <a:pt x="1" y="1990"/>
                    <a:pt x="95" y="3061"/>
                    <a:pt x="883" y="3659"/>
                  </a:cubicBezTo>
                  <a:lnTo>
                    <a:pt x="4727" y="6526"/>
                  </a:lnTo>
                  <a:cubicBezTo>
                    <a:pt x="5026" y="6760"/>
                    <a:pt x="5384" y="6876"/>
                    <a:pt x="5744" y="6876"/>
                  </a:cubicBezTo>
                  <a:cubicBezTo>
                    <a:pt x="6255" y="6876"/>
                    <a:pt x="6770" y="6642"/>
                    <a:pt x="7121" y="6180"/>
                  </a:cubicBezTo>
                  <a:lnTo>
                    <a:pt x="7940" y="5077"/>
                  </a:lnTo>
                  <a:cubicBezTo>
                    <a:pt x="8066" y="4888"/>
                    <a:pt x="8003" y="4668"/>
                    <a:pt x="7846" y="4573"/>
                  </a:cubicBezTo>
                  <a:lnTo>
                    <a:pt x="6207" y="3344"/>
                  </a:lnTo>
                  <a:cubicBezTo>
                    <a:pt x="6142" y="3292"/>
                    <a:pt x="6070" y="3267"/>
                    <a:pt x="6001" y="3267"/>
                  </a:cubicBezTo>
                  <a:cubicBezTo>
                    <a:pt x="5903" y="3267"/>
                    <a:pt x="5808" y="3316"/>
                    <a:pt x="5735" y="3407"/>
                  </a:cubicBezTo>
                  <a:lnTo>
                    <a:pt x="5105" y="4258"/>
                  </a:lnTo>
                  <a:lnTo>
                    <a:pt x="2931" y="2588"/>
                  </a:lnTo>
                  <a:lnTo>
                    <a:pt x="3561" y="1769"/>
                  </a:lnTo>
                  <a:cubicBezTo>
                    <a:pt x="3687" y="1612"/>
                    <a:pt x="3656" y="1423"/>
                    <a:pt x="3498" y="1297"/>
                  </a:cubicBezTo>
                  <a:lnTo>
                    <a:pt x="1828" y="68"/>
                  </a:lnTo>
                  <a:cubicBezTo>
                    <a:pt x="1770" y="22"/>
                    <a:pt x="1708" y="1"/>
                    <a:pt x="16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1" name="Google Shape;6128;p50">
              <a:extLst>
                <a:ext uri="{FF2B5EF4-FFF2-40B4-BE49-F238E27FC236}">
                  <a16:creationId xmlns:a16="http://schemas.microsoft.com/office/drawing/2014/main" id="{C845EA35-420F-4305-BA90-0FD38B2EC8DC}"/>
                </a:ext>
              </a:extLst>
            </p:cNvPr>
            <p:cNvSpPr/>
            <p:nvPr/>
          </p:nvSpPr>
          <p:spPr>
            <a:xfrm>
              <a:off x="-35853975" y="2631825"/>
              <a:ext cx="293800" cy="292250"/>
            </a:xfrm>
            <a:custGeom>
              <a:avLst/>
              <a:gdLst/>
              <a:ahLst/>
              <a:cxnLst/>
              <a:rect l="l" t="t" r="r" b="b"/>
              <a:pathLst>
                <a:path w="11752" h="11690" extrusionOk="0">
                  <a:moveTo>
                    <a:pt x="5861" y="662"/>
                  </a:moveTo>
                  <a:cubicBezTo>
                    <a:pt x="8696" y="662"/>
                    <a:pt x="11027" y="2994"/>
                    <a:pt x="11027" y="5829"/>
                  </a:cubicBezTo>
                  <a:cubicBezTo>
                    <a:pt x="11027" y="6806"/>
                    <a:pt x="10744" y="7751"/>
                    <a:pt x="10240" y="8539"/>
                  </a:cubicBezTo>
                  <a:cubicBezTo>
                    <a:pt x="10177" y="8665"/>
                    <a:pt x="10114" y="8791"/>
                    <a:pt x="10177" y="8854"/>
                  </a:cubicBezTo>
                  <a:lnTo>
                    <a:pt x="10807" y="10776"/>
                  </a:lnTo>
                  <a:lnTo>
                    <a:pt x="8854" y="10145"/>
                  </a:lnTo>
                  <a:cubicBezTo>
                    <a:pt x="8837" y="10137"/>
                    <a:pt x="8815" y="10133"/>
                    <a:pt x="8792" y="10133"/>
                  </a:cubicBezTo>
                  <a:cubicBezTo>
                    <a:pt x="8728" y="10133"/>
                    <a:pt x="8648" y="10162"/>
                    <a:pt x="8602" y="10208"/>
                  </a:cubicBezTo>
                  <a:cubicBezTo>
                    <a:pt x="7751" y="10713"/>
                    <a:pt x="6806" y="10996"/>
                    <a:pt x="5861" y="10996"/>
                  </a:cubicBezTo>
                  <a:cubicBezTo>
                    <a:pt x="3025" y="10996"/>
                    <a:pt x="725" y="8665"/>
                    <a:pt x="725" y="5829"/>
                  </a:cubicBezTo>
                  <a:cubicBezTo>
                    <a:pt x="725" y="2994"/>
                    <a:pt x="3025" y="662"/>
                    <a:pt x="5861" y="662"/>
                  </a:cubicBezTo>
                  <a:close/>
                  <a:moveTo>
                    <a:pt x="5829" y="1"/>
                  </a:moveTo>
                  <a:cubicBezTo>
                    <a:pt x="2616" y="1"/>
                    <a:pt x="1" y="2647"/>
                    <a:pt x="1" y="5829"/>
                  </a:cubicBezTo>
                  <a:cubicBezTo>
                    <a:pt x="1" y="7373"/>
                    <a:pt x="599" y="8854"/>
                    <a:pt x="1733" y="9956"/>
                  </a:cubicBezTo>
                  <a:cubicBezTo>
                    <a:pt x="2836" y="11059"/>
                    <a:pt x="4285" y="11689"/>
                    <a:pt x="5861" y="11689"/>
                  </a:cubicBezTo>
                  <a:cubicBezTo>
                    <a:pt x="6900" y="11689"/>
                    <a:pt x="7908" y="11406"/>
                    <a:pt x="8822" y="10870"/>
                  </a:cubicBezTo>
                  <a:lnTo>
                    <a:pt x="11279" y="11658"/>
                  </a:lnTo>
                  <a:cubicBezTo>
                    <a:pt x="11303" y="11666"/>
                    <a:pt x="11331" y="11669"/>
                    <a:pt x="11360" y="11669"/>
                  </a:cubicBezTo>
                  <a:cubicBezTo>
                    <a:pt x="11449" y="11669"/>
                    <a:pt x="11555" y="11634"/>
                    <a:pt x="11626" y="11563"/>
                  </a:cubicBezTo>
                  <a:cubicBezTo>
                    <a:pt x="11689" y="11500"/>
                    <a:pt x="11752" y="11343"/>
                    <a:pt x="11689" y="11217"/>
                  </a:cubicBezTo>
                  <a:lnTo>
                    <a:pt x="10901" y="8791"/>
                  </a:lnTo>
                  <a:cubicBezTo>
                    <a:pt x="11469" y="7877"/>
                    <a:pt x="11752" y="6837"/>
                    <a:pt x="11752" y="5829"/>
                  </a:cubicBezTo>
                  <a:cubicBezTo>
                    <a:pt x="11689" y="2647"/>
                    <a:pt x="9074" y="1"/>
                    <a:pt x="5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2" name="Google Shape;6129;p50">
              <a:extLst>
                <a:ext uri="{FF2B5EF4-FFF2-40B4-BE49-F238E27FC236}">
                  <a16:creationId xmlns:a16="http://schemas.microsoft.com/office/drawing/2014/main" id="{7652C095-B1B9-4360-A57A-C1CFB4F573B9}"/>
                </a:ext>
              </a:extLst>
            </p:cNvPr>
            <p:cNvSpPr/>
            <p:nvPr/>
          </p:nvSpPr>
          <p:spPr>
            <a:xfrm>
              <a:off x="-35715350" y="2735025"/>
              <a:ext cx="49650" cy="40675"/>
            </a:xfrm>
            <a:custGeom>
              <a:avLst/>
              <a:gdLst/>
              <a:ahLst/>
              <a:cxnLst/>
              <a:rect l="l" t="t" r="r" b="b"/>
              <a:pathLst>
                <a:path w="1986" h="1627" extrusionOk="0">
                  <a:moveTo>
                    <a:pt x="410" y="0"/>
                  </a:moveTo>
                  <a:cubicBezTo>
                    <a:pt x="221" y="0"/>
                    <a:pt x="64" y="126"/>
                    <a:pt x="64" y="315"/>
                  </a:cubicBezTo>
                  <a:cubicBezTo>
                    <a:pt x="1" y="504"/>
                    <a:pt x="158" y="662"/>
                    <a:pt x="379" y="662"/>
                  </a:cubicBezTo>
                  <a:cubicBezTo>
                    <a:pt x="788" y="725"/>
                    <a:pt x="1166" y="977"/>
                    <a:pt x="1261" y="1386"/>
                  </a:cubicBezTo>
                  <a:cubicBezTo>
                    <a:pt x="1311" y="1536"/>
                    <a:pt x="1439" y="1626"/>
                    <a:pt x="1585" y="1626"/>
                  </a:cubicBezTo>
                  <a:cubicBezTo>
                    <a:pt x="1623" y="1626"/>
                    <a:pt x="1662" y="1620"/>
                    <a:pt x="1702" y="1607"/>
                  </a:cubicBezTo>
                  <a:cubicBezTo>
                    <a:pt x="1891" y="1575"/>
                    <a:pt x="1985" y="1386"/>
                    <a:pt x="1954" y="1197"/>
                  </a:cubicBezTo>
                  <a:cubicBezTo>
                    <a:pt x="1733" y="504"/>
                    <a:pt x="1103" y="32"/>
                    <a:pt x="4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6" name="Google Shape;6130;p50">
              <a:extLst>
                <a:ext uri="{FF2B5EF4-FFF2-40B4-BE49-F238E27FC236}">
                  <a16:creationId xmlns:a16="http://schemas.microsoft.com/office/drawing/2014/main" id="{75868F21-56AE-4EA0-8725-1B384DD9CFE9}"/>
                </a:ext>
              </a:extLst>
            </p:cNvPr>
            <p:cNvSpPr/>
            <p:nvPr/>
          </p:nvSpPr>
          <p:spPr>
            <a:xfrm>
              <a:off x="-35705900" y="2667275"/>
              <a:ext cx="107925" cy="101750"/>
            </a:xfrm>
            <a:custGeom>
              <a:avLst/>
              <a:gdLst/>
              <a:ahLst/>
              <a:cxnLst/>
              <a:rect l="l" t="t" r="r" b="b"/>
              <a:pathLst>
                <a:path w="4317" h="4070" extrusionOk="0">
                  <a:moveTo>
                    <a:pt x="347" y="1"/>
                  </a:moveTo>
                  <a:cubicBezTo>
                    <a:pt x="158" y="1"/>
                    <a:pt x="1" y="127"/>
                    <a:pt x="1" y="316"/>
                  </a:cubicBezTo>
                  <a:cubicBezTo>
                    <a:pt x="1" y="505"/>
                    <a:pt x="95" y="662"/>
                    <a:pt x="316" y="662"/>
                  </a:cubicBezTo>
                  <a:cubicBezTo>
                    <a:pt x="2048" y="820"/>
                    <a:pt x="3372" y="2111"/>
                    <a:pt x="3655" y="3781"/>
                  </a:cubicBezTo>
                  <a:cubicBezTo>
                    <a:pt x="3683" y="3951"/>
                    <a:pt x="3813" y="4070"/>
                    <a:pt x="3976" y="4070"/>
                  </a:cubicBezTo>
                  <a:cubicBezTo>
                    <a:pt x="3995" y="4070"/>
                    <a:pt x="4014" y="4068"/>
                    <a:pt x="4033" y="4065"/>
                  </a:cubicBezTo>
                  <a:cubicBezTo>
                    <a:pt x="4191" y="4065"/>
                    <a:pt x="4317" y="3844"/>
                    <a:pt x="4317" y="3687"/>
                  </a:cubicBezTo>
                  <a:cubicBezTo>
                    <a:pt x="4002" y="1733"/>
                    <a:pt x="2364" y="190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7" name="Google Shape;6131;p50">
              <a:extLst>
                <a:ext uri="{FF2B5EF4-FFF2-40B4-BE49-F238E27FC236}">
                  <a16:creationId xmlns:a16="http://schemas.microsoft.com/office/drawing/2014/main" id="{7B27E6ED-1277-475C-A4F1-22796A8FA77E}"/>
                </a:ext>
              </a:extLst>
            </p:cNvPr>
            <p:cNvSpPr/>
            <p:nvPr/>
          </p:nvSpPr>
          <p:spPr>
            <a:xfrm>
              <a:off x="-35709825" y="2700350"/>
              <a:ext cx="77200" cy="68700"/>
            </a:xfrm>
            <a:custGeom>
              <a:avLst/>
              <a:gdLst/>
              <a:ahLst/>
              <a:cxnLst/>
              <a:rect l="l" t="t" r="r" b="b"/>
              <a:pathLst>
                <a:path w="3088" h="2748" extrusionOk="0">
                  <a:moveTo>
                    <a:pt x="347" y="1"/>
                  </a:moveTo>
                  <a:cubicBezTo>
                    <a:pt x="158" y="1"/>
                    <a:pt x="0" y="127"/>
                    <a:pt x="0" y="316"/>
                  </a:cubicBezTo>
                  <a:cubicBezTo>
                    <a:pt x="0" y="536"/>
                    <a:pt x="95" y="694"/>
                    <a:pt x="315" y="725"/>
                  </a:cubicBezTo>
                  <a:cubicBezTo>
                    <a:pt x="1323" y="788"/>
                    <a:pt x="2142" y="1545"/>
                    <a:pt x="2394" y="2490"/>
                  </a:cubicBezTo>
                  <a:cubicBezTo>
                    <a:pt x="2422" y="2655"/>
                    <a:pt x="2570" y="2748"/>
                    <a:pt x="2753" y="2748"/>
                  </a:cubicBezTo>
                  <a:cubicBezTo>
                    <a:pt x="2780" y="2748"/>
                    <a:pt x="2808" y="2746"/>
                    <a:pt x="2836" y="2742"/>
                  </a:cubicBezTo>
                  <a:cubicBezTo>
                    <a:pt x="3025" y="2679"/>
                    <a:pt x="3088" y="2490"/>
                    <a:pt x="3056" y="2301"/>
                  </a:cubicBezTo>
                  <a:cubicBezTo>
                    <a:pt x="2741" y="1072"/>
                    <a:pt x="1670" y="127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</p:grpSp>
      <p:sp>
        <p:nvSpPr>
          <p:cNvPr id="18" name="Google Shape;7858;p54">
            <a:extLst>
              <a:ext uri="{FF2B5EF4-FFF2-40B4-BE49-F238E27FC236}">
                <a16:creationId xmlns:a16="http://schemas.microsoft.com/office/drawing/2014/main" id="{0FEED75C-273A-4592-B972-DF0EE97E17E6}"/>
              </a:ext>
            </a:extLst>
          </p:cNvPr>
          <p:cNvSpPr/>
          <p:nvPr/>
        </p:nvSpPr>
        <p:spPr>
          <a:xfrm>
            <a:off x="7137689" y="3012193"/>
            <a:ext cx="465077" cy="326807"/>
          </a:xfrm>
          <a:custGeom>
            <a:avLst/>
            <a:gdLst/>
            <a:ahLst/>
            <a:cxnLst/>
            <a:rect l="l" t="t" r="r" b="b"/>
            <a:pathLst>
              <a:path w="11658" h="8192" extrusionOk="0">
                <a:moveTo>
                  <a:pt x="10429" y="662"/>
                </a:moveTo>
                <a:cubicBezTo>
                  <a:pt x="10114" y="1008"/>
                  <a:pt x="6207" y="4915"/>
                  <a:pt x="6081" y="5072"/>
                </a:cubicBezTo>
                <a:cubicBezTo>
                  <a:pt x="6018" y="5135"/>
                  <a:pt x="5916" y="5167"/>
                  <a:pt x="5813" y="5167"/>
                </a:cubicBezTo>
                <a:cubicBezTo>
                  <a:pt x="5711" y="5167"/>
                  <a:pt x="5608" y="5135"/>
                  <a:pt x="5545" y="5072"/>
                </a:cubicBezTo>
                <a:lnTo>
                  <a:pt x="1135" y="662"/>
                </a:lnTo>
                <a:close/>
                <a:moveTo>
                  <a:pt x="662" y="1134"/>
                </a:moveTo>
                <a:lnTo>
                  <a:pt x="3624" y="4096"/>
                </a:lnTo>
                <a:lnTo>
                  <a:pt x="662" y="7057"/>
                </a:lnTo>
                <a:lnTo>
                  <a:pt x="662" y="1134"/>
                </a:lnTo>
                <a:close/>
                <a:moveTo>
                  <a:pt x="10996" y="1134"/>
                </a:moveTo>
                <a:lnTo>
                  <a:pt x="10996" y="7057"/>
                </a:lnTo>
                <a:lnTo>
                  <a:pt x="8034" y="4096"/>
                </a:lnTo>
                <a:lnTo>
                  <a:pt x="10996" y="1134"/>
                </a:lnTo>
                <a:close/>
                <a:moveTo>
                  <a:pt x="7562" y="4568"/>
                </a:moveTo>
                <a:lnTo>
                  <a:pt x="10492" y="7530"/>
                </a:lnTo>
                <a:lnTo>
                  <a:pt x="1198" y="7530"/>
                </a:lnTo>
                <a:lnTo>
                  <a:pt x="4096" y="4568"/>
                </a:lnTo>
                <a:lnTo>
                  <a:pt x="5073" y="5545"/>
                </a:lnTo>
                <a:cubicBezTo>
                  <a:pt x="5278" y="5750"/>
                  <a:pt x="5553" y="5852"/>
                  <a:pt x="5829" y="5852"/>
                </a:cubicBezTo>
                <a:cubicBezTo>
                  <a:pt x="6105" y="5852"/>
                  <a:pt x="6380" y="5750"/>
                  <a:pt x="6585" y="5545"/>
                </a:cubicBezTo>
                <a:lnTo>
                  <a:pt x="7562" y="4568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lnTo>
                  <a:pt x="1" y="7152"/>
                </a:lnTo>
                <a:cubicBezTo>
                  <a:pt x="1" y="7719"/>
                  <a:pt x="473" y="8191"/>
                  <a:pt x="1009" y="8191"/>
                </a:cubicBezTo>
                <a:lnTo>
                  <a:pt x="10618" y="8191"/>
                </a:lnTo>
                <a:cubicBezTo>
                  <a:pt x="11185" y="8191"/>
                  <a:pt x="11657" y="7719"/>
                  <a:pt x="11657" y="7152"/>
                </a:cubicBezTo>
                <a:lnTo>
                  <a:pt x="11657" y="1008"/>
                </a:lnTo>
                <a:cubicBezTo>
                  <a:pt x="11657" y="441"/>
                  <a:pt x="11185" y="0"/>
                  <a:pt x="106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B68F10A-604A-4ECA-819C-F126A20BD1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5803" y="3529856"/>
            <a:ext cx="508848" cy="50884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FF79E19-4864-47D2-9B38-B4EFFF4185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5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8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30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20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88665" y="1746624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530" y="864000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529" y="2238341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582504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283647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582504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283647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73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19DD44FA-27AB-4434-A4C8-59133FA45DFA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480935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479800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149421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148286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480935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479800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149421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148286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68603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69746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68603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569746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E0B31B5B-7962-405D-8694-D0E63C0F8477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786000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198BC94-319C-4D98-B502-9BD63C00EE9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784865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01994E6-4B2A-4CEC-83F2-E7F0FDECE6C6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786000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628C449-6578-42B5-B815-0686F025618A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784865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2" name="Рисунок 4">
            <a:extLst>
              <a:ext uri="{FF2B5EF4-FFF2-40B4-BE49-F238E27FC236}">
                <a16:creationId xmlns:a16="http://schemas.microsoft.com/office/drawing/2014/main" id="{19770E01-6964-459F-BF3E-55532CC890E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206325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3" name="Рисунок 4">
            <a:extLst>
              <a:ext uri="{FF2B5EF4-FFF2-40B4-BE49-F238E27FC236}">
                <a16:creationId xmlns:a16="http://schemas.microsoft.com/office/drawing/2014/main" id="{64887905-4BAB-47CB-8DE0-DE922E55FF6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206325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79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12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12DA187-312A-4E43-9C05-28CC8D9E131F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1193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85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60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307" y="874226"/>
            <a:ext cx="4859701" cy="1149549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565AD6E-9E95-445E-9FC2-129B499F40B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2313671"/>
            <a:ext cx="4859700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33433D8-92A1-4328-A566-3A705F867D9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307" y="3583356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Tx/>
              <a:buBlip>
                <a:blip r:embed="rId3"/>
              </a:buBlip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Рисунок 4">
            <a:extLst>
              <a:ext uri="{FF2B5EF4-FFF2-40B4-BE49-F238E27FC236}">
                <a16:creationId xmlns:a16="http://schemas.microsoft.com/office/drawing/2014/main" id="{6F7634E8-F701-45D5-A4AA-6ECE7443285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549275"/>
            <a:ext cx="5217673" cy="5706042"/>
          </a:xfrm>
          <a:prstGeom prst="round2DiagRect">
            <a:avLst>
              <a:gd name="adj1" fmla="val 12060"/>
              <a:gd name="adj2" fmla="val 0"/>
            </a:avLst>
          </a:prstGeom>
          <a:solidFill>
            <a:schemeClr val="bg1">
              <a:lumMod val="95000"/>
              <a:alpha val="98000"/>
            </a:schemeClr>
          </a:solidFill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27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E0F6B2E-5B0A-46EA-8E17-4AF173604191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510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3AF4703D-3D13-4134-95EA-C0C4111AAB9F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0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DF2132C2-B239-49F5-AAB4-0BF4A1CBAD79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7014920-721C-429D-A4DC-8BDA04BEB67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29E9F6-94FF-4E01-8F1A-3089CEE7E509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57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E560B45F-C8A0-4BC4-9717-3E8B7932F14F}"/>
              </a:ext>
            </a:extLst>
          </p:cNvPr>
          <p:cNvSpPr/>
          <p:nvPr/>
        </p:nvSpPr>
        <p:spPr>
          <a:xfrm>
            <a:off x="515937" y="909638"/>
            <a:ext cx="11160126" cy="5397036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C63345B1-B0E7-4D70-BB55-1F95D565E0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346F714-E33D-4B52-9C26-1110CFBBE2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97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98F47A8-87AD-4840-9693-720EF7ACB5A2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811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379D60F-B549-464B-A6AD-0D1B17810B55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976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F7A58A0-866F-45A5-ABDD-2E6FEA9A30F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6300" y="1079801"/>
            <a:ext cx="4859700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328276-5760-47CA-A7AB-F9470C19FF1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42848" y="1079801"/>
            <a:ext cx="4818152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lang="en-US" sz="24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78DE2D0-8104-4DA9-A1BF-3CB0B6B4B2D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36DA5E7-780F-4B4D-8940-462531A43F88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3655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EC25276-CBC3-4D45-AB42-DA6E1E92F0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B499F52-401A-49BF-99CB-EA635ADB8D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92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9954B67-D381-4FD3-97E0-701E618487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6F325A6-FCD5-4BEC-B542-64FF674C3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E01F455-85BE-4C64-BD67-DE0DA1AFD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5114AFB7-9B3F-4339-BB08-6D23CCF5F296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0A035A8-32D1-4B95-963F-45D4D7999C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AE136376-623D-43AD-92C2-E82802B7B3E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0D71B7AD-6A28-4FF7-BEA1-CF124456B3A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5DA1F66-68E5-4E42-B3E4-A93887B78C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42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D790A0E-C765-4FF7-B56B-A915D8A908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3" name="Прямоугольник: скругленные противолежащие углы 22">
            <a:extLst>
              <a:ext uri="{FF2B5EF4-FFF2-40B4-BE49-F238E27FC236}">
                <a16:creationId xmlns:a16="http://schemas.microsoft.com/office/drawing/2014/main" id="{574AD74A-57B1-4501-B06C-0EDB635B7EDB}"/>
              </a:ext>
            </a:extLst>
          </p:cNvPr>
          <p:cNvSpPr/>
          <p:nvPr/>
        </p:nvSpPr>
        <p:spPr>
          <a:xfrm>
            <a:off x="6320937" y="414000"/>
            <a:ext cx="4994763" cy="5625000"/>
          </a:xfrm>
          <a:prstGeom prst="round2DiagRect">
            <a:avLst>
              <a:gd name="adj1" fmla="val 0"/>
              <a:gd name="adj2" fmla="val 8369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Прямоугольник: скругленные противолежащие углы 19">
            <a:extLst>
              <a:ext uri="{FF2B5EF4-FFF2-40B4-BE49-F238E27FC236}">
                <a16:creationId xmlns:a16="http://schemas.microsoft.com/office/drawing/2014/main" id="{DE855376-4B41-441F-B27E-C427BE114FC8}"/>
              </a:ext>
            </a:extLst>
          </p:cNvPr>
          <p:cNvSpPr/>
          <p:nvPr/>
        </p:nvSpPr>
        <p:spPr>
          <a:xfrm>
            <a:off x="876300" y="414000"/>
            <a:ext cx="4994701" cy="5625000"/>
          </a:xfrm>
          <a:prstGeom prst="round2DiagRect">
            <a:avLst>
              <a:gd name="adj1" fmla="val 0"/>
              <a:gd name="adj2" fmla="val 836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864260F-32D3-4587-B64B-12E2B1BE19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CAED4F-F1AE-4731-AADE-D5A0F15D73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5" name="Заголовок 8">
            <a:extLst>
              <a:ext uri="{FF2B5EF4-FFF2-40B4-BE49-F238E27FC236}">
                <a16:creationId xmlns:a16="http://schemas.microsoft.com/office/drawing/2014/main" id="{8D7CF973-5762-45E0-A920-65C8F5FCA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7435" y="612650"/>
            <a:ext cx="4273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4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059EC4-6F39-41CE-945E-4B42108D2C1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237434" y="1001326"/>
            <a:ext cx="4273565" cy="4274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D06DF096-1939-48A8-B9E5-61C84EDBB2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36299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99FA92D1-D458-4FAA-95F2-763588F0EF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36001" y="612646"/>
            <a:ext cx="4275000" cy="5397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b="1" kern="1200" spc="130" baseline="0" dirty="0">
                <a:solidFill>
                  <a:schemeClr val="bg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ЗАГОЛОВКА</a:t>
            </a: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3B74E89A-BEDD-43CF-93E1-B78261D2D7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5750" y="1001713"/>
            <a:ext cx="4275138" cy="53975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800" b="1" kern="1200" baseline="0" dirty="0">
                <a:solidFill>
                  <a:schemeClr val="bg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0" algn="ctr" defTabSz="914400" rtl="0" eaLnBrk="1" latinLnBrk="0" hangingPunct="1">
              <a:defRPr lang="ru-R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Текст 9">
            <a:extLst>
              <a:ext uri="{FF2B5EF4-FFF2-40B4-BE49-F238E27FC236}">
                <a16:creationId xmlns:a16="http://schemas.microsoft.com/office/drawing/2014/main" id="{8EA17D82-02DA-4BEE-9F69-6CAB21EFC7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5637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1998C1D8-7B65-4B56-B8B7-500B573D52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972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B472E55-5FB7-45AD-9D6B-7BA57A80F1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78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AEE5DF19-4ADE-4B9F-83F7-6D2A93325125}"/>
              </a:ext>
            </a:extLst>
          </p:cNvPr>
          <p:cNvSpPr/>
          <p:nvPr/>
        </p:nvSpPr>
        <p:spPr>
          <a:xfrm>
            <a:off x="515938" y="3958075"/>
            <a:ext cx="5529004" cy="2349807"/>
          </a:xfrm>
          <a:prstGeom prst="round2DiagRect">
            <a:avLst>
              <a:gd name="adj1" fmla="val 0"/>
              <a:gd name="adj2" fmla="val 2756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E4EE99BA-B94A-4FA1-A356-7EBFD41E95CB}"/>
              </a:ext>
            </a:extLst>
          </p:cNvPr>
          <p:cNvSpPr/>
          <p:nvPr/>
        </p:nvSpPr>
        <p:spPr>
          <a:xfrm>
            <a:off x="6158588" y="3952613"/>
            <a:ext cx="5510686" cy="2356111"/>
          </a:xfrm>
          <a:prstGeom prst="round2DiagRect">
            <a:avLst>
              <a:gd name="adj1" fmla="val 0"/>
              <a:gd name="adj2" fmla="val 2163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308F6DBB-79B5-477F-BCC8-14C4D18A5731}"/>
              </a:ext>
            </a:extLst>
          </p:cNvPr>
          <p:cNvSpPr/>
          <p:nvPr/>
        </p:nvSpPr>
        <p:spPr>
          <a:xfrm>
            <a:off x="534261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противолежащие углы 25">
            <a:extLst>
              <a:ext uri="{FF2B5EF4-FFF2-40B4-BE49-F238E27FC236}">
                <a16:creationId xmlns:a16="http://schemas.microsoft.com/office/drawing/2014/main" id="{301AF38E-E199-4DB4-BB53-A4EFC90C2031}"/>
              </a:ext>
            </a:extLst>
          </p:cNvPr>
          <p:cNvSpPr/>
          <p:nvPr/>
        </p:nvSpPr>
        <p:spPr>
          <a:xfrm flipH="1">
            <a:off x="534257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8" name="Прямоугольник с двумя скругленными противолежащими углами 14">
            <a:extLst>
              <a:ext uri="{FF2B5EF4-FFF2-40B4-BE49-F238E27FC236}">
                <a16:creationId xmlns:a16="http://schemas.microsoft.com/office/drawing/2014/main" id="{37B95D56-A8C7-4C17-B3DC-51D6AE4B1109}"/>
              </a:ext>
            </a:extLst>
          </p:cNvPr>
          <p:cNvSpPr/>
          <p:nvPr/>
        </p:nvSpPr>
        <p:spPr>
          <a:xfrm>
            <a:off x="605999" y="5004000"/>
            <a:ext cx="2699556" cy="945000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Прямоугольник с двумя скругленными противолежащими углами 25">
            <a:extLst>
              <a:ext uri="{FF2B5EF4-FFF2-40B4-BE49-F238E27FC236}">
                <a16:creationId xmlns:a16="http://schemas.microsoft.com/office/drawing/2014/main" id="{2FBC3BB5-9938-45BC-8034-094E66385CA7}"/>
              </a:ext>
            </a:extLst>
          </p:cNvPr>
          <p:cNvSpPr/>
          <p:nvPr/>
        </p:nvSpPr>
        <p:spPr>
          <a:xfrm>
            <a:off x="605999" y="4008968"/>
            <a:ext cx="2699922" cy="905032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C288254-C5C9-4375-AF53-9020A684EC55}"/>
              </a:ext>
            </a:extLst>
          </p:cNvPr>
          <p:cNvSpPr/>
          <p:nvPr/>
        </p:nvSpPr>
        <p:spPr>
          <a:xfrm>
            <a:off x="3346427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" name="Прямоугольник: скругленные противолежащие углы 72">
            <a:extLst>
              <a:ext uri="{FF2B5EF4-FFF2-40B4-BE49-F238E27FC236}">
                <a16:creationId xmlns:a16="http://schemas.microsoft.com/office/drawing/2014/main" id="{2D67D29F-B0E8-46DA-8290-EFD093E08C1F}"/>
              </a:ext>
            </a:extLst>
          </p:cNvPr>
          <p:cNvSpPr/>
          <p:nvPr/>
        </p:nvSpPr>
        <p:spPr>
          <a:xfrm flipH="1">
            <a:off x="3346423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9C643F4E-386A-4270-AD35-8416F2EEF768}"/>
              </a:ext>
            </a:extLst>
          </p:cNvPr>
          <p:cNvSpPr/>
          <p:nvPr/>
        </p:nvSpPr>
        <p:spPr>
          <a:xfrm>
            <a:off x="6158593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5" name="Прямоугольник: скругленные противолежащие углы 74">
            <a:extLst>
              <a:ext uri="{FF2B5EF4-FFF2-40B4-BE49-F238E27FC236}">
                <a16:creationId xmlns:a16="http://schemas.microsoft.com/office/drawing/2014/main" id="{46A07FD6-3B27-40FC-8C37-A891E1DABDD3}"/>
              </a:ext>
            </a:extLst>
          </p:cNvPr>
          <p:cNvSpPr/>
          <p:nvPr/>
        </p:nvSpPr>
        <p:spPr>
          <a:xfrm flipH="1">
            <a:off x="6158589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7459504B-5C16-4B68-8194-E73A2C8BC4CF}"/>
              </a:ext>
            </a:extLst>
          </p:cNvPr>
          <p:cNvSpPr/>
          <p:nvPr/>
        </p:nvSpPr>
        <p:spPr>
          <a:xfrm>
            <a:off x="8970759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7" name="Прямоугольник: скругленные противолежащие углы 76">
            <a:extLst>
              <a:ext uri="{FF2B5EF4-FFF2-40B4-BE49-F238E27FC236}">
                <a16:creationId xmlns:a16="http://schemas.microsoft.com/office/drawing/2014/main" id="{F6EE3302-42D1-4A52-B9E2-9EFE9D6520BA}"/>
              </a:ext>
            </a:extLst>
          </p:cNvPr>
          <p:cNvSpPr/>
          <p:nvPr/>
        </p:nvSpPr>
        <p:spPr>
          <a:xfrm flipH="1">
            <a:off x="8970755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9" name="Прямоугольник: скругленные противолежащие углы 78">
            <a:extLst>
              <a:ext uri="{FF2B5EF4-FFF2-40B4-BE49-F238E27FC236}">
                <a16:creationId xmlns:a16="http://schemas.microsoft.com/office/drawing/2014/main" id="{653046DC-8947-4CB1-95A2-7B0ED6A27B69}"/>
              </a:ext>
            </a:extLst>
          </p:cNvPr>
          <p:cNvSpPr/>
          <p:nvPr/>
        </p:nvSpPr>
        <p:spPr>
          <a:xfrm flipH="1">
            <a:off x="5227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1AE2E6E8-875A-4282-9DF2-62BF0724DB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F14337B-E4BC-4592-9196-9D7292091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Прямоугольник: скругленные противолежащие углы 23">
            <a:extLst>
              <a:ext uri="{FF2B5EF4-FFF2-40B4-BE49-F238E27FC236}">
                <a16:creationId xmlns:a16="http://schemas.microsoft.com/office/drawing/2014/main" id="{283FAD29-CD23-41CE-A5F2-BD906D790A6A}"/>
              </a:ext>
            </a:extLst>
          </p:cNvPr>
          <p:cNvSpPr/>
          <p:nvPr/>
        </p:nvSpPr>
        <p:spPr>
          <a:xfrm flipH="1">
            <a:off x="61615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47DF941F-34F2-4B9C-B46B-86D5DB43A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8592FD9-BAD9-43D7-8A19-34F5651919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3950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512110F-5E3A-48C2-ADA8-5FDF5FEC849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2" name="Текст 5">
            <a:extLst>
              <a:ext uri="{FF2B5EF4-FFF2-40B4-BE49-F238E27FC236}">
                <a16:creationId xmlns:a16="http://schemas.microsoft.com/office/drawing/2014/main" id="{234BACE3-56DA-4B09-B9BE-2B659AF6C81B}"/>
              </a:ext>
            </a:extLst>
          </p:cNvPr>
          <p:cNvSpPr txBox="1">
            <a:spLocks/>
          </p:cNvSpPr>
          <p:nvPr/>
        </p:nvSpPr>
        <p:spPr>
          <a:xfrm>
            <a:off x="51593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27" name="Текст 5">
            <a:extLst>
              <a:ext uri="{FF2B5EF4-FFF2-40B4-BE49-F238E27FC236}">
                <a16:creationId xmlns:a16="http://schemas.microsoft.com/office/drawing/2014/main" id="{DCC27D43-6F68-4624-9326-C7A0860193CC}"/>
              </a:ext>
            </a:extLst>
          </p:cNvPr>
          <p:cNvSpPr txBox="1">
            <a:spLocks/>
          </p:cNvSpPr>
          <p:nvPr/>
        </p:nvSpPr>
        <p:spPr>
          <a:xfrm>
            <a:off x="515938" y="2978362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0" name="Текст 5">
            <a:extLst>
              <a:ext uri="{FF2B5EF4-FFF2-40B4-BE49-F238E27FC236}">
                <a16:creationId xmlns:a16="http://schemas.microsoft.com/office/drawing/2014/main" id="{1414E0C2-8DA4-497C-BF68-2DA956960D17}"/>
              </a:ext>
            </a:extLst>
          </p:cNvPr>
          <p:cNvSpPr txBox="1">
            <a:spLocks/>
          </p:cNvSpPr>
          <p:nvPr/>
        </p:nvSpPr>
        <p:spPr>
          <a:xfrm>
            <a:off x="618521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1" name="Текст 5">
            <a:extLst>
              <a:ext uri="{FF2B5EF4-FFF2-40B4-BE49-F238E27FC236}">
                <a16:creationId xmlns:a16="http://schemas.microsoft.com/office/drawing/2014/main" id="{389BA943-16DD-4567-BF57-E9FC0889311A}"/>
              </a:ext>
            </a:extLst>
          </p:cNvPr>
          <p:cNvSpPr txBox="1">
            <a:spLocks/>
          </p:cNvSpPr>
          <p:nvPr/>
        </p:nvSpPr>
        <p:spPr>
          <a:xfrm>
            <a:off x="6185218" y="2979000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572BFC82-7ABC-48AF-8372-1E2A94272830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7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3DDBAFC4-1675-4CF4-AAAE-62B88EBE64E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F0F9C3F8-3248-4AE1-ABCF-516CDACC3427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6ACCA079-6988-414C-8E3F-7FE372D9CCCC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5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CE8ACED-B0BA-4848-8429-59A8E4130FAB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5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20DF03CC-8324-4A16-B406-DCE09D0B7C23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5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E6E24F2B-70C1-4FB1-BDF5-E84DC9C8D1D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7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985C6F36-8908-4EAC-BB12-EC3D181DFBE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5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AE52F0-6930-40B5-92DB-D531F8AA91F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908060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5" name="Рисунок 2">
            <a:extLst>
              <a:ext uri="{FF2B5EF4-FFF2-40B4-BE49-F238E27FC236}">
                <a16:creationId xmlns:a16="http://schemas.microsoft.com/office/drawing/2014/main" id="{706CC600-7DB6-426D-91E6-107939672EF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930100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6" name="Рисунок 2">
            <a:extLst>
              <a:ext uri="{FF2B5EF4-FFF2-40B4-BE49-F238E27FC236}">
                <a16:creationId xmlns:a16="http://schemas.microsoft.com/office/drawing/2014/main" id="{A488BCFB-A77C-4A99-BEE7-1DB6DEB1924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591682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7" name="Рисунок 2">
            <a:extLst>
              <a:ext uri="{FF2B5EF4-FFF2-40B4-BE49-F238E27FC236}">
                <a16:creationId xmlns:a16="http://schemas.microsoft.com/office/drawing/2014/main" id="{5893A5D7-7E33-48B7-90C0-0BB5BD046CB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0613722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2" name="Заголовок 8">
            <a:extLst>
              <a:ext uri="{FF2B5EF4-FFF2-40B4-BE49-F238E27FC236}">
                <a16:creationId xmlns:a16="http://schemas.microsoft.com/office/drawing/2014/main" id="{DE8067D4-0499-46F1-B7B5-BC8EAE23C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389BDA95-1553-4CCF-82A0-B95831017C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04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A61701-5A5E-49E8-901E-A6F2AFDFBA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15C1210C-9081-43A1-A806-4C54766CAC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682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260889C-58F0-426B-9F37-64D14205E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8053" y="3533979"/>
            <a:ext cx="15527009" cy="4443446"/>
          </a:xfrm>
          <a:prstGeom prst="rect">
            <a:avLst/>
          </a:prstGeom>
        </p:spPr>
      </p:pic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903E8EC-1042-40D9-BA9D-6007B44D3962}"/>
              </a:ext>
            </a:extLst>
          </p:cNvPr>
          <p:cNvSpPr/>
          <p:nvPr/>
        </p:nvSpPr>
        <p:spPr>
          <a:xfrm>
            <a:off x="518228" y="909638"/>
            <a:ext cx="11157835" cy="5294354"/>
          </a:xfrm>
          <a:prstGeom prst="round2DiagRect">
            <a:avLst>
              <a:gd name="adj1" fmla="val 0"/>
              <a:gd name="adj2" fmla="val 1317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1A79D8F2-D33A-441F-9681-4E1611DEAA15}"/>
              </a:ext>
            </a:extLst>
          </p:cNvPr>
          <p:cNvSpPr/>
          <p:nvPr/>
        </p:nvSpPr>
        <p:spPr>
          <a:xfrm>
            <a:off x="4201539" y="909638"/>
            <a:ext cx="3830608" cy="5294354"/>
          </a:xfrm>
          <a:prstGeom prst="round2DiagRect">
            <a:avLst>
              <a:gd name="adj1" fmla="val 0"/>
              <a:gd name="adj2" fmla="val 16747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с двумя скругленными противолежащими углами 18">
            <a:extLst>
              <a:ext uri="{FF2B5EF4-FFF2-40B4-BE49-F238E27FC236}">
                <a16:creationId xmlns:a16="http://schemas.microsoft.com/office/drawing/2014/main" id="{A6F0B806-936C-48F8-B4A9-8F3A306967E8}"/>
              </a:ext>
            </a:extLst>
          </p:cNvPr>
          <p:cNvSpPr/>
          <p:nvPr/>
        </p:nvSpPr>
        <p:spPr>
          <a:xfrm>
            <a:off x="811088" y="1272631"/>
            <a:ext cx="3164157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 с двумя скругленными противолежащими углами 21">
            <a:extLst>
              <a:ext uri="{FF2B5EF4-FFF2-40B4-BE49-F238E27FC236}">
                <a16:creationId xmlns:a16="http://schemas.microsoft.com/office/drawing/2014/main" id="{AD7A572D-DF10-4BC0-A5BD-6D590C8F32B6}"/>
              </a:ext>
            </a:extLst>
          </p:cNvPr>
          <p:cNvSpPr/>
          <p:nvPr/>
        </p:nvSpPr>
        <p:spPr>
          <a:xfrm>
            <a:off x="8079322" y="1309124"/>
            <a:ext cx="3187744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671D0B1-606D-47FB-ACA5-13061FCE544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1471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6BC2703A-40C8-43E3-BF20-392660379F3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1202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36EF7B67-3D1F-4F04-BAB4-6788BA3A343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634998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71DE050F-60F6-4BC6-8755-4B47649F6292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632306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5CAD3610-DCB1-4CEB-B9FE-3C9F63FDF5D8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40730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A3D274E-1B9B-44BC-A0F6-BCAD626FB7B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40461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656B590-341A-4863-B603-01892C01C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6179F97-C9B3-46D9-8EE3-E0BCD1FF0B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Заголовок 8">
            <a:extLst>
              <a:ext uri="{FF2B5EF4-FFF2-40B4-BE49-F238E27FC236}">
                <a16:creationId xmlns:a16="http://schemas.microsoft.com/office/drawing/2014/main" id="{94C29365-A724-493C-8E4D-ED4C1D6B7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723B9B9-C871-444D-A0D7-4397F4F9EB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756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1" name="Content Placeholder 3"/>
          <p:cNvSpPr>
            <a:spLocks noGrp="1"/>
          </p:cNvSpPr>
          <p:nvPr>
            <p:ph sz="half" idx="19"/>
          </p:nvPr>
        </p:nvSpPr>
        <p:spPr>
          <a:xfrm>
            <a:off x="4860237" y="1435624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20"/>
          </p:nvPr>
        </p:nvSpPr>
        <p:spPr>
          <a:xfrm>
            <a:off x="4860237" y="2863228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half" idx="21"/>
          </p:nvPr>
        </p:nvSpPr>
        <p:spPr>
          <a:xfrm>
            <a:off x="4860237" y="4325869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780937" y="158400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5780937" y="1944000"/>
            <a:ext cx="5874243" cy="106662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780937" y="3017746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5780937" y="3377745"/>
            <a:ext cx="5874243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idx="26" hasCustomPrompt="1"/>
          </p:nvPr>
        </p:nvSpPr>
        <p:spPr>
          <a:xfrm>
            <a:off x="5780937" y="446001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27" hasCustomPrompt="1"/>
          </p:nvPr>
        </p:nvSpPr>
        <p:spPr>
          <a:xfrm>
            <a:off x="5780937" y="4820011"/>
            <a:ext cx="5874243" cy="10703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7F7C8EC-BB82-4961-BF97-DB1810C2D0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CA51056-FD01-4F25-9E91-6476DD51B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B797A83-FCFB-4E84-9637-64EEA25E41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650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691000" y="1584001"/>
            <a:ext cx="598506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SzPct val="105000"/>
              <a:buFontTx/>
              <a:buBlip>
                <a:blip r:embed="rId2"/>
              </a:buBlip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Список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3A8DE3E-1F1B-4D9A-9573-1C2843F60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Рисунок 4">
            <a:extLst>
              <a:ext uri="{FF2B5EF4-FFF2-40B4-BE49-F238E27FC236}">
                <a16:creationId xmlns:a16="http://schemas.microsoft.com/office/drawing/2014/main" id="{6BD6E7D5-C2FC-48E9-9A24-BBC587AAEDC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7D6BBA57-63BD-4B35-9695-8151D0823E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248887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Рисунок 4">
            <a:extLst>
              <a:ext uri="{FF2B5EF4-FFF2-40B4-BE49-F238E27FC236}">
                <a16:creationId xmlns:a16="http://schemas.microsoft.com/office/drawing/2014/main" id="{8EA45322-C682-4940-902C-BF6E200E61F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86000" y="549275"/>
            <a:ext cx="4050000" cy="5759450"/>
          </a:xfrm>
          <a:prstGeom prst="round2DiagRect">
            <a:avLst>
              <a:gd name="adj1" fmla="val 1105"/>
              <a:gd name="adj2" fmla="val 29578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63AEA540-380E-4D20-8070-EF2F85B912E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6050" y="559548"/>
            <a:ext cx="3311796" cy="114086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F5B1ECDA-C0A3-4C61-BF49-411752EE977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96050" y="1912532"/>
            <a:ext cx="3306031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7DEDF87-5394-4754-8070-0666514AF0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84727" y="1164942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первый</a:t>
            </a:r>
          </a:p>
        </p:txBody>
      </p:sp>
      <p:sp>
        <p:nvSpPr>
          <p:cNvPr id="79" name="Текст 6">
            <a:extLst>
              <a:ext uri="{FF2B5EF4-FFF2-40B4-BE49-F238E27FC236}">
                <a16:creationId xmlns:a16="http://schemas.microsoft.com/office/drawing/2014/main" id="{CCAA5A60-A3DE-4FC2-979A-D53B6228955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84727" y="3188584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второй</a:t>
            </a:r>
          </a:p>
        </p:txBody>
      </p:sp>
      <p:sp>
        <p:nvSpPr>
          <p:cNvPr id="80" name="Текст 6">
            <a:extLst>
              <a:ext uri="{FF2B5EF4-FFF2-40B4-BE49-F238E27FC236}">
                <a16:creationId xmlns:a16="http://schemas.microsoft.com/office/drawing/2014/main" id="{BAA2D3A1-4EC1-49DF-BC44-67C7795FE4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84727" y="5148661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третий</a:t>
            </a:r>
          </a:p>
        </p:txBody>
      </p:sp>
      <p:sp>
        <p:nvSpPr>
          <p:cNvPr id="83" name="Footer Placeholder 4">
            <a:extLst>
              <a:ext uri="{FF2B5EF4-FFF2-40B4-BE49-F238E27FC236}">
                <a16:creationId xmlns:a16="http://schemas.microsoft.com/office/drawing/2014/main" id="{68B9A856-43CA-4771-8916-817B3B21D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4" name="Slide Number Placeholder 5">
            <a:extLst>
              <a:ext uri="{FF2B5EF4-FFF2-40B4-BE49-F238E27FC236}">
                <a16:creationId xmlns:a16="http://schemas.microsoft.com/office/drawing/2014/main" id="{61F821CE-7317-4A09-A8D1-3A6B147FA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38688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5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876300" y="4985536"/>
            <a:ext cx="10439400" cy="11316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876300" y="4572733"/>
            <a:ext cx="10439400" cy="4007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09638"/>
            <a:ext cx="11168460" cy="3452314"/>
          </a:xfrm>
          <a:prstGeom prst="round2DiagRect">
            <a:avLst>
              <a:gd name="adj1" fmla="val 0"/>
              <a:gd name="adj2" fmla="val 24607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2" name="Заголовок 8">
            <a:extLst>
              <a:ext uri="{FF2B5EF4-FFF2-40B4-BE49-F238E27FC236}">
                <a16:creationId xmlns:a16="http://schemas.microsoft.com/office/drawing/2014/main" id="{1723988A-47CB-4A91-B68E-C5CD1415E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459037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1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6736946-746A-4B18-A218-AA1C9C92AF6B}"/>
              </a:ext>
            </a:extLst>
          </p:cNvPr>
          <p:cNvSpPr/>
          <p:nvPr/>
        </p:nvSpPr>
        <p:spPr>
          <a:xfrm>
            <a:off x="3666000" y="909638"/>
            <a:ext cx="8010063" cy="5397645"/>
          </a:xfrm>
          <a:prstGeom prst="round2DiagRect">
            <a:avLst>
              <a:gd name="adj1" fmla="val 0"/>
              <a:gd name="adj2" fmla="val 1556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11079"/>
            <a:ext cx="5580062" cy="5397645"/>
          </a:xfrm>
          <a:prstGeom prst="round2DiagRect">
            <a:avLst>
              <a:gd name="adj1" fmla="val 0"/>
              <a:gd name="adj2" fmla="val 16063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45263" y="1584325"/>
            <a:ext cx="4365625" cy="3959225"/>
          </a:xfrm>
          <a:prstGeom prst="rect">
            <a:avLst/>
          </a:prstGeom>
        </p:spPr>
        <p:txBody>
          <a:bodyPr/>
          <a:lstStyle>
            <a:lvl1pPr>
              <a:defRPr lang="ru-RU" sz="14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DBF71D66-3A75-413A-8264-77F0C5A109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3697193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909638"/>
            <a:ext cx="12192000" cy="5981194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Заголовок 8">
            <a:extLst>
              <a:ext uri="{FF2B5EF4-FFF2-40B4-BE49-F238E27FC236}">
                <a16:creationId xmlns:a16="http://schemas.microsoft.com/office/drawing/2014/main" id="{9BFAF725-3D97-4226-A807-724DB3162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6000" y="1224000"/>
            <a:ext cx="5220063" cy="546468"/>
          </a:xfrm>
          <a:prstGeom prst="rect">
            <a:avLst/>
          </a:prstGeom>
        </p:spPr>
        <p:txBody>
          <a:bodyPr/>
          <a:lstStyle>
            <a:lvl1pPr algn="l">
              <a:defRPr lang="ru-RU" sz="2800" b="1" kern="1200" spc="13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10840"/>
            <a:ext cx="6096000" cy="6297885"/>
          </a:xfrm>
          <a:prstGeom prst="round2DiagRect">
            <a:avLst>
              <a:gd name="adj1" fmla="val 0"/>
              <a:gd name="adj2" fmla="val 1236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56000" y="1718978"/>
            <a:ext cx="5220063" cy="3959225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defRPr lang="ru-RU" sz="1400" b="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469596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Два объекта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C44A131-D1C0-4C74-9965-2A72DC6572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36" name="Рисунок 3">
            <a:extLst>
              <a:ext uri="{FF2B5EF4-FFF2-40B4-BE49-F238E27FC236}">
                <a16:creationId xmlns:a16="http://schemas.microsoft.com/office/drawing/2014/main" id="{7297A07D-E59F-4902-9470-48F3DB01A82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03081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3">
            <a:extLst>
              <a:ext uri="{FF2B5EF4-FFF2-40B4-BE49-F238E27FC236}">
                <a16:creationId xmlns:a16="http://schemas.microsoft.com/office/drawing/2014/main" id="{239D909B-C7E7-43C9-A48B-D9A05691CF9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15938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3">
            <a:extLst>
              <a:ext uri="{FF2B5EF4-FFF2-40B4-BE49-F238E27FC236}">
                <a16:creationId xmlns:a16="http://schemas.microsoft.com/office/drawing/2014/main" id="{47D57127-886A-4D9A-97C6-914F62FD5B5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503081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92BE74F-8026-4D7B-AD33-97CF6D12C40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15938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3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C86FB037-3C07-4EA7-B165-C39F457DCEFF}"/>
              </a:ext>
            </a:extLst>
          </p:cNvPr>
          <p:cNvSpPr/>
          <p:nvPr/>
        </p:nvSpPr>
        <p:spPr>
          <a:xfrm>
            <a:off x="66360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F7A6DD39-EF9B-4508-A561-6A4CBDBD0CC0}"/>
              </a:ext>
            </a:extLst>
          </p:cNvPr>
          <p:cNvSpPr/>
          <p:nvPr/>
        </p:nvSpPr>
        <p:spPr>
          <a:xfrm>
            <a:off x="8763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D3D03F9-833E-4BB1-A6CE-7ECD47080273}"/>
              </a:ext>
            </a:extLst>
          </p:cNvPr>
          <p:cNvSpPr/>
          <p:nvPr/>
        </p:nvSpPr>
        <p:spPr>
          <a:xfrm>
            <a:off x="66360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9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5814D3EE-AEC2-4D0C-88A1-8EA6383229C3}"/>
              </a:ext>
            </a:extLst>
          </p:cNvPr>
          <p:cNvSpPr/>
          <p:nvPr/>
        </p:nvSpPr>
        <p:spPr>
          <a:xfrm>
            <a:off x="8763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8C8AAA9-760B-4489-9526-9A26091E0E53}"/>
              </a:ext>
            </a:extLst>
          </p:cNvPr>
          <p:cNvSpPr txBox="1">
            <a:spLocks/>
          </p:cNvSpPr>
          <p:nvPr/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36835B-2651-4DA9-BBA3-14F7095E4B9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655DFE21-9537-4CA7-82A6-A4B6C7EE8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2" name="Текст 2">
            <a:extLst>
              <a:ext uri="{FF2B5EF4-FFF2-40B4-BE49-F238E27FC236}">
                <a16:creationId xmlns:a16="http://schemas.microsoft.com/office/drawing/2014/main" id="{752C25DF-A6D8-4271-BFBD-6055CE98B8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1000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3" name="Текст 2">
            <a:extLst>
              <a:ext uri="{FF2B5EF4-FFF2-40B4-BE49-F238E27FC236}">
                <a16:creationId xmlns:a16="http://schemas.microsoft.com/office/drawing/2014/main" id="{B039450E-1836-44B1-B60F-B51B7950CB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1000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4" name="Текст 2">
            <a:extLst>
              <a:ext uri="{FF2B5EF4-FFF2-40B4-BE49-F238E27FC236}">
                <a16:creationId xmlns:a16="http://schemas.microsoft.com/office/drawing/2014/main" id="{A1B1EFE2-884F-47CE-A0BC-8BCDADCDFC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13121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id="{22D5414C-7F80-485F-AFDA-57896A5B2F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13121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E18F7EA4-304A-4360-A754-359153AFF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71704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6849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BEFB72-EFD4-40C5-AED7-78793FE02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3BFFA7-7AEC-4FA8-AA60-C547812E8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DFC629-7655-4FEF-9B2F-A19D42C6B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BDC4C4-EB02-4F1D-834B-FD7A098AC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CA37FD-3709-420A-B016-FB6E9825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64145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6590F1D-3FF9-4505-9E1A-E8C7DAC217C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935038"/>
            <a:ext cx="3135339" cy="104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125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sp>
        <p:nvSpPr>
          <p:cNvPr id="12" name="Нижний колонтитул 1">
            <a:extLst>
              <a:ext uri="{FF2B5EF4-FFF2-40B4-BE49-F238E27FC236}">
                <a16:creationId xmlns:a16="http://schemas.microsoft.com/office/drawing/2014/main" id="{BAAE972A-936A-44EF-8F0B-F9428A729D0D}"/>
              </a:ext>
            </a:extLst>
          </p:cNvPr>
          <p:cNvSpPr txBox="1">
            <a:spLocks/>
          </p:cNvSpPr>
          <p:nvPr/>
        </p:nvSpPr>
        <p:spPr>
          <a:xfrm>
            <a:off x="532902" y="594836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8141209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</p:spTree>
    <p:extLst>
      <p:ext uri="{BB962C8B-B14F-4D97-AF65-F5344CB8AC3E}">
        <p14:creationId xmlns:p14="http://schemas.microsoft.com/office/powerpoint/2010/main" val="21758023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35997651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1565099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6000" y="2674851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Подзаголовок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29704269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325749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27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один скругленный угол 8">
            <a:extLst>
              <a:ext uri="{FF2B5EF4-FFF2-40B4-BE49-F238E27FC236}">
                <a16:creationId xmlns:a16="http://schemas.microsoft.com/office/drawing/2014/main" id="{C8571FD8-5D68-43E8-80C7-C261C941D2DB}"/>
              </a:ext>
            </a:extLst>
          </p:cNvPr>
          <p:cNvSpPr/>
          <p:nvPr/>
        </p:nvSpPr>
        <p:spPr>
          <a:xfrm flipV="1">
            <a:off x="0" y="-2"/>
            <a:ext cx="7535863" cy="1552565"/>
          </a:xfrm>
          <a:prstGeom prst="round1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2CB16A8-9007-4B9C-A06A-1D7A52AF70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00" y="1044000"/>
            <a:ext cx="2107403" cy="6169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1" y="192306"/>
            <a:ext cx="5535612" cy="155257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1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78591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один скругленный угол 15">
            <a:extLst>
              <a:ext uri="{FF2B5EF4-FFF2-40B4-BE49-F238E27FC236}">
                <a16:creationId xmlns:a16="http://schemas.microsoft.com/office/drawing/2014/main" id="{CFBF660B-006E-4913-B7F1-AECE36E6B3C5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6B0F9CC-1AA8-47FB-B352-69F39339EF89}"/>
              </a:ext>
            </a:extLst>
          </p:cNvPr>
          <p:cNvSpPr/>
          <p:nvPr/>
        </p:nvSpPr>
        <p:spPr>
          <a:xfrm>
            <a:off x="515938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8B3CCB5E-B681-410A-9B5B-76F1EF3D3E63}"/>
              </a:ext>
            </a:extLst>
          </p:cNvPr>
          <p:cNvSpPr/>
          <p:nvPr/>
        </p:nvSpPr>
        <p:spPr>
          <a:xfrm>
            <a:off x="4313609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E83F64D-699C-46D7-9FFE-FC2AF8B639E5}"/>
              </a:ext>
            </a:extLst>
          </p:cNvPr>
          <p:cNvSpPr/>
          <p:nvPr/>
        </p:nvSpPr>
        <p:spPr>
          <a:xfrm>
            <a:off x="8111280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29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B03F484-46A3-4DDF-8833-7FBECE48E03E}"/>
              </a:ext>
            </a:extLst>
          </p:cNvPr>
          <p:cNvSpPr/>
          <p:nvPr/>
        </p:nvSpPr>
        <p:spPr>
          <a:xfrm>
            <a:off x="515937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97FB6CA-68B0-4DC9-883B-D2EF47215991}"/>
              </a:ext>
            </a:extLst>
          </p:cNvPr>
          <p:cNvSpPr/>
          <p:nvPr/>
        </p:nvSpPr>
        <p:spPr>
          <a:xfrm>
            <a:off x="6233874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586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57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37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02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4802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043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верхние углы 1">
            <a:extLst>
              <a:ext uri="{FF2B5EF4-FFF2-40B4-BE49-F238E27FC236}">
                <a16:creationId xmlns:a16="http://schemas.microsoft.com/office/drawing/2014/main" id="{4E26F4C1-E17A-42B9-9787-46E22FBE1FCC}"/>
              </a:ext>
            </a:extLst>
          </p:cNvPr>
          <p:cNvSpPr/>
          <p:nvPr/>
        </p:nvSpPr>
        <p:spPr>
          <a:xfrm rot="16200000">
            <a:off x="4887651" y="-446352"/>
            <a:ext cx="6847695" cy="7761001"/>
          </a:xfrm>
          <a:prstGeom prst="round2SameRect">
            <a:avLst>
              <a:gd name="adj1" fmla="val 5834"/>
              <a:gd name="adj2" fmla="val 0"/>
            </a:avLst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136" y="1235177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291926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6000" y="1726894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668987" y="923523"/>
            <a:ext cx="1595870" cy="1939753"/>
          </a:xfrm>
          <a:prstGeom prst="roundRect">
            <a:avLst>
              <a:gd name="adj" fmla="val 6799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370130" y="923523"/>
            <a:ext cx="1595870" cy="1939753"/>
          </a:xfrm>
          <a:prstGeom prst="roundRect">
            <a:avLst>
              <a:gd name="adj" fmla="val 664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668987" y="3776498"/>
            <a:ext cx="1595870" cy="1939753"/>
          </a:xfrm>
          <a:prstGeom prst="roundRect">
            <a:avLst>
              <a:gd name="adj" fmla="val 7914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370130" y="3776498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558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76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E54B3B8-6E9D-4F0B-8C17-51B1774FD8A9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889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2A036574-04B8-471C-9F4A-402A9715B44D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754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C68B8DA8-36AE-41D9-952C-CC22D2DF75D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3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F68F3703-6EE7-47DA-8810-D63161C650AE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2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BA46350D-7B62-4B98-930A-ADD9981B296C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889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DAD0DBFB-FDA4-4204-908B-3DD3F91F17F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754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04F86A53-09F1-42B6-B964-0F3B8F9F0E7A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3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CE3BD75D-8FDF-4DA4-9017-BE49C495E2F5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2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8" name="Рисунок 4">
            <a:extLst>
              <a:ext uri="{FF2B5EF4-FFF2-40B4-BE49-F238E27FC236}">
                <a16:creationId xmlns:a16="http://schemas.microsoft.com/office/drawing/2014/main" id="{38628F22-D6BD-4184-9F28-63162FCA0F6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876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49" name="Рисунок 4">
            <a:extLst>
              <a:ext uri="{FF2B5EF4-FFF2-40B4-BE49-F238E27FC236}">
                <a16:creationId xmlns:a16="http://schemas.microsoft.com/office/drawing/2014/main" id="{57F771C5-BFA2-4EBF-BFB9-1B3985F4032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19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0" name="Рисунок 4">
            <a:extLst>
              <a:ext uri="{FF2B5EF4-FFF2-40B4-BE49-F238E27FC236}">
                <a16:creationId xmlns:a16="http://schemas.microsoft.com/office/drawing/2014/main" id="{4201B8F9-2351-4495-B899-CE146EF1C09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876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1" name="Рисунок 4">
            <a:extLst>
              <a:ext uri="{FF2B5EF4-FFF2-40B4-BE49-F238E27FC236}">
                <a16:creationId xmlns:a16="http://schemas.microsoft.com/office/drawing/2014/main" id="{0F02BFB4-EB2B-4D79-AC51-1E632B4045A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19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AC40D5F2-D366-4DED-90F3-8B1F486BF048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7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770CA595-4FC5-47BE-87F3-9C22F9066E87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6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C052E0F5-668D-4A31-9A33-A4A8ABB2C002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7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AF61B47D-F365-469B-BC7E-53EE9A44EB3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6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6" name="Рисунок 4">
            <a:extLst>
              <a:ext uri="{FF2B5EF4-FFF2-40B4-BE49-F238E27FC236}">
                <a16:creationId xmlns:a16="http://schemas.microsoft.com/office/drawing/2014/main" id="{7D1935D4-B283-408C-A96B-BD68E4ADD7D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19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7" name="Рисунок 4">
            <a:extLst>
              <a:ext uri="{FF2B5EF4-FFF2-40B4-BE49-F238E27FC236}">
                <a16:creationId xmlns:a16="http://schemas.microsoft.com/office/drawing/2014/main" id="{FB9D8250-D8F5-42F5-AAEB-B0C005B9E75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19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3973173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38" y="324000"/>
            <a:ext cx="5939700" cy="54063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C150EEF-2BC3-4FDC-9ED3-B90A98D8851D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951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2ADE612-4D39-460A-94D1-0F1B7CF6ABE7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816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513042-2336-4566-B836-6249A1EF5ECC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4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1E198DD-A087-4E8D-B3F2-471786C18D5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3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BD97AB1-2B5F-49E0-A564-92CD9A6E5ABF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951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407059-6582-45D0-95B6-15815286291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816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3FC9E4A-4839-4E66-ACCF-0EDE7716A85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4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A4D35AE-8CB5-4850-B523-726CAFDE324B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3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9" name="Рисунок 4">
            <a:extLst>
              <a:ext uri="{FF2B5EF4-FFF2-40B4-BE49-F238E27FC236}">
                <a16:creationId xmlns:a16="http://schemas.microsoft.com/office/drawing/2014/main" id="{EFD1F04C-8601-45F5-822E-F08919CD9FE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938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1" name="Рисунок 4">
            <a:extLst>
              <a:ext uri="{FF2B5EF4-FFF2-40B4-BE49-F238E27FC236}">
                <a16:creationId xmlns:a16="http://schemas.microsoft.com/office/drawing/2014/main" id="{3C32C7FB-E88F-4B6D-8B11-2700DB4F1C8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81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2" name="Рисунок 4">
            <a:extLst>
              <a:ext uri="{FF2B5EF4-FFF2-40B4-BE49-F238E27FC236}">
                <a16:creationId xmlns:a16="http://schemas.microsoft.com/office/drawing/2014/main" id="{5DF09240-8405-4D2C-BDD3-0D90CF1A875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938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3" name="Рисунок 4">
            <a:extLst>
              <a:ext uri="{FF2B5EF4-FFF2-40B4-BE49-F238E27FC236}">
                <a16:creationId xmlns:a16="http://schemas.microsoft.com/office/drawing/2014/main" id="{9AE0E28C-DDA8-43C4-86A4-E8215FC0F68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81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C92B6AC-6DB8-492D-8AAF-3882BE8EC1E5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8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8D0EB99-371A-4A5B-86D3-572306F295C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7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25EFCE-BF6D-4517-ABA5-97E287677340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8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F071A19-09EB-4551-A373-63D564EBB86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7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8" name="Рисунок 4">
            <a:extLst>
              <a:ext uri="{FF2B5EF4-FFF2-40B4-BE49-F238E27FC236}">
                <a16:creationId xmlns:a16="http://schemas.microsoft.com/office/drawing/2014/main" id="{1A465055-5443-4732-A739-8FDDEBCE94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81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9" name="Рисунок 4">
            <a:extLst>
              <a:ext uri="{FF2B5EF4-FFF2-40B4-BE49-F238E27FC236}">
                <a16:creationId xmlns:a16="http://schemas.microsoft.com/office/drawing/2014/main" id="{6C5A70A8-CC7D-40FE-BD81-F5270EE7FF5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81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098496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972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918297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68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83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64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79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803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E8FED8C-6FC7-4D72-A6BB-775AB8EC5A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22C450D-961E-4FCB-8E9F-976891B87D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915715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3ECF3E8-DBB3-47CB-ADE3-350C2422AF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AEC9016-E98E-468C-8A1B-E9F24540C2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F439BCE-C84A-4DAE-B827-D68284AABF3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6982645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CB319E90-E715-4885-8ECB-F9E82FD0E1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5EF565B8-F6D1-42A7-A584-DC2F15F76AC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A262C3C8-2745-4665-9A4E-015B16A0929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5484807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6874455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39973585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F6076E8-B178-4CB4-9D19-4316FDBD77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348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5DE73C1-0CB4-42E4-B8DA-24D4DEDE29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4AE4384-683D-4066-A0AB-5BF6CF7D7E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7" y="927842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7" y="2775705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7" y="4623567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78913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9546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1191000" y="927842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1191000" y="2775705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1191000" y="4623567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3645FCD-4C84-48FA-8666-A1EB1C247DAE}"/>
              </a:ext>
            </a:extLst>
          </p:cNvPr>
          <p:cNvSpPr/>
          <p:nvPr/>
        </p:nvSpPr>
        <p:spPr>
          <a:xfrm>
            <a:off x="515938" y="1189816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D1B0C7A7-7217-45CB-B3CD-F999D05937BB}"/>
              </a:ext>
            </a:extLst>
          </p:cNvPr>
          <p:cNvSpPr/>
          <p:nvPr/>
        </p:nvSpPr>
        <p:spPr>
          <a:xfrm>
            <a:off x="515938" y="3076368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DF0C028-E673-4902-A028-59FA4B394A1B}"/>
              </a:ext>
            </a:extLst>
          </p:cNvPr>
          <p:cNvSpPr/>
          <p:nvPr/>
        </p:nvSpPr>
        <p:spPr>
          <a:xfrm>
            <a:off x="515938" y="4895543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29186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4863"/>
            <a:ext cx="6513693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3718A33-83A7-4A65-84E3-F0DA3317EF4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D66C0F-BA70-49B4-A3BA-32EB53E26AC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DCBF6C2-F792-40FD-847F-B45E7AC198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494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5B94C5A-F5F8-4227-95AB-FB0973577D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99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5999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6181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260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ABA6DC-48A6-40A7-8469-827C33E962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9826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1933D9A-CCD5-4857-BEEB-2318149A0194}"/>
              </a:ext>
            </a:extLst>
          </p:cNvPr>
          <p:cNvSpPr/>
          <p:nvPr/>
        </p:nvSpPr>
        <p:spPr>
          <a:xfrm>
            <a:off x="515938" y="1462088"/>
            <a:ext cx="11160125" cy="4846637"/>
          </a:xfrm>
          <a:prstGeom prst="roundRect">
            <a:avLst>
              <a:gd name="adj" fmla="val 435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5527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82294528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41EB484-7596-4B41-ACD9-B56E8154F0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931" y="84753"/>
            <a:ext cx="4183638" cy="2129247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6B68AC46-80B6-448A-B19B-DED3BD1254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07507236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EB29CAB-BB63-4ABA-8FF4-B7482DED1E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127608" y="4530174"/>
            <a:ext cx="711453" cy="39489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3EDBAE6-B996-4DC6-88CF-F5349E26207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10" y="-163229"/>
            <a:ext cx="2894633" cy="847442"/>
          </a:xfrm>
          <a:prstGeom prst="rect">
            <a:avLst/>
          </a:prstGeom>
        </p:spPr>
      </p:pic>
      <p:sp>
        <p:nvSpPr>
          <p:cNvPr id="12" name="Текст 10">
            <a:extLst>
              <a:ext uri="{FF2B5EF4-FFF2-40B4-BE49-F238E27FC236}">
                <a16:creationId xmlns:a16="http://schemas.microsoft.com/office/drawing/2014/main" id="{03C04067-6286-4177-AEA4-514A9A5D1F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45163558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10481534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6128479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1467465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A8E6DB0-5F26-4C22-B59A-251A2298382C}"/>
              </a:ext>
            </a:extLst>
          </p:cNvPr>
          <p:cNvSpPr/>
          <p:nvPr/>
        </p:nvSpPr>
        <p:spPr>
          <a:xfrm>
            <a:off x="6230937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1E7A2CC-7836-4066-AB28-5ED2DF28004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24309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15486760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6EA8A30F-D528-429C-BD4E-DC966A621AC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0939" y="909638"/>
            <a:ext cx="5445124" cy="5399087"/>
          </a:xfrm>
          <a:prstGeom prst="roundRect">
            <a:avLst>
              <a:gd name="adj" fmla="val 4671"/>
            </a:avLst>
          </a:prstGeo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31174505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62AC43B-659C-4881-8D67-D1943E609520}"/>
              </a:ext>
            </a:extLst>
          </p:cNvPr>
          <p:cNvSpPr/>
          <p:nvPr/>
        </p:nvSpPr>
        <p:spPr>
          <a:xfrm>
            <a:off x="6225622" y="1340642"/>
            <a:ext cx="5445125" cy="240926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1E830F2-DE22-4F65-A7ED-D49ABED222AD}"/>
              </a:ext>
            </a:extLst>
          </p:cNvPr>
          <p:cNvSpPr/>
          <p:nvPr/>
        </p:nvSpPr>
        <p:spPr>
          <a:xfrm>
            <a:off x="515938" y="3857398"/>
            <a:ext cx="5445125" cy="245137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F87A05D-2039-4200-9BD9-50FDE5993F8F}"/>
              </a:ext>
            </a:extLst>
          </p:cNvPr>
          <p:cNvSpPr/>
          <p:nvPr/>
        </p:nvSpPr>
        <p:spPr>
          <a:xfrm>
            <a:off x="6225622" y="3860559"/>
            <a:ext cx="5445125" cy="2448166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99B1CB3-C07F-4B26-8D26-33212AE9BD64}"/>
              </a:ext>
            </a:extLst>
          </p:cNvPr>
          <p:cNvSpPr/>
          <p:nvPr/>
        </p:nvSpPr>
        <p:spPr>
          <a:xfrm>
            <a:off x="515938" y="1340642"/>
            <a:ext cx="5445125" cy="240839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1B8136E-14E5-4486-9D22-7CD73ABA6FE4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86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CDCD8A0-3895-4870-B455-E0CD6764ED90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86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8DEF0BB-C24C-4467-832C-AFF1CEA8CE5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501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4014174-7CEF-458B-98D7-AA6CE888A356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501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89665998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33C2B-CC54-490B-BE18-FFA6D190CA26}"/>
              </a:ext>
            </a:extLst>
          </p:cNvPr>
          <p:cNvSpPr txBox="1">
            <a:spLocks/>
          </p:cNvSpPr>
          <p:nvPr/>
        </p:nvSpPr>
        <p:spPr>
          <a:xfrm>
            <a:off x="515938" y="631992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35745692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5F8B69-C2CA-40AD-99A2-E650EBF705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63439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Заголовок 8">
            <a:extLst>
              <a:ext uri="{FF2B5EF4-FFF2-40B4-BE49-F238E27FC236}">
                <a16:creationId xmlns:a16="http://schemas.microsoft.com/office/drawing/2014/main" id="{39DD95E3-9141-4F6A-96C3-95FDADFB3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Текст 10">
            <a:extLst>
              <a:ext uri="{FF2B5EF4-FFF2-40B4-BE49-F238E27FC236}">
                <a16:creationId xmlns:a16="http://schemas.microsoft.com/office/drawing/2014/main" id="{3A68EEBA-8CF9-45E7-BDC5-C8DA0A84F3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bg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70542667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65317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420047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30FE7E-B31F-4CE8-ADDB-462464B3AB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0825" y="1223962"/>
            <a:ext cx="6129338" cy="4410075"/>
          </a:xfrm>
          <a:prstGeom prst="rect">
            <a:avLst/>
          </a:prstGeom>
        </p:spPr>
        <p:txBody>
          <a:bodyPr/>
          <a:lstStyle>
            <a:lvl3pPr marL="0" indent="0">
              <a:buNone/>
              <a:defRPr>
                <a:solidFill>
                  <a:schemeClr val="tx1"/>
                </a:solidFill>
              </a:defRPr>
            </a:lvl3pPr>
          </a:lstStyle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74B8621D-6615-4BA5-A1DE-6C2D9C191B90}"/>
              </a:ext>
            </a:extLst>
          </p:cNvPr>
          <p:cNvSpPr txBox="1">
            <a:spLocks/>
          </p:cNvSpPr>
          <p:nvPr/>
        </p:nvSpPr>
        <p:spPr>
          <a:xfrm>
            <a:off x="5336838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solidFill>
                  <a:schemeClr val="tx2"/>
                </a:solidFill>
                <a:cs typeface="Segoe UI" panose="020B0502040204020203" pitchFamily="34" charset="0"/>
              </a:rPr>
              <a:t>Наши клиенты</a:t>
            </a:r>
            <a:endParaRPr lang="en-US" b="1" dirty="0">
              <a:solidFill>
                <a:schemeClr val="tx2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61001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6EDFEBCD-DB58-4631-A4A1-88078753BD76}"/>
              </a:ext>
            </a:extLst>
          </p:cNvPr>
          <p:cNvSpPr txBox="1">
            <a:spLocks/>
          </p:cNvSpPr>
          <p:nvPr/>
        </p:nvSpPr>
        <p:spPr>
          <a:xfrm>
            <a:off x="420446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cs typeface="Segoe UI" panose="020B0502040204020203" pitchFamily="34" charset="0"/>
              </a:rPr>
              <a:t>Наши клиенты</a:t>
            </a:r>
            <a:endParaRPr lang="en-US" b="1" dirty="0"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69754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55676426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446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7584102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294154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84CEE6-697C-4CD0-9E97-D0C16436E8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Рисунок 2">
            <a:extLst>
              <a:ext uri="{FF2B5EF4-FFF2-40B4-BE49-F238E27FC236}">
                <a16:creationId xmlns:a16="http://schemas.microsoft.com/office/drawing/2014/main" id="{604E979A-DBC9-4A40-868C-FC4341238A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938" y="909638"/>
            <a:ext cx="10799762" cy="5399087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711656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27182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9729AA9C-820E-4055-92DE-1A27073A4B22}"/>
              </a:ext>
            </a:extLst>
          </p:cNvPr>
          <p:cNvGrpSpPr/>
          <p:nvPr/>
        </p:nvGrpSpPr>
        <p:grpSpPr>
          <a:xfrm>
            <a:off x="6861175" y="2259188"/>
            <a:ext cx="4101508" cy="1681686"/>
            <a:chOff x="7114454" y="1739890"/>
            <a:chExt cx="4101508" cy="1681686"/>
          </a:xfrm>
        </p:grpSpPr>
        <p:sp>
          <p:nvSpPr>
            <p:cNvPr id="17" name="TextBox 22">
              <a:extLst>
                <a:ext uri="{FF2B5EF4-FFF2-40B4-BE49-F238E27FC236}">
                  <a16:creationId xmlns:a16="http://schemas.microsoft.com/office/drawing/2014/main" id="{70BB403B-33CF-4A61-A8FE-3C719926BD98}"/>
                </a:ext>
              </a:extLst>
            </p:cNvPr>
            <p:cNvSpPr txBox="1"/>
            <p:nvPr/>
          </p:nvSpPr>
          <p:spPr>
            <a:xfrm>
              <a:off x="7716000" y="234990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en-US" sz="2400" b="1" dirty="0">
                  <a:solidFill>
                    <a:schemeClr val="bg1"/>
                  </a:solidFill>
                  <a:ea typeface="Blogger Sans" pitchFamily="50" charset="0"/>
                </a:rPr>
                <a:t>info@neoflex.ru </a:t>
              </a:r>
              <a:endParaRPr lang="pt-BR" sz="2400" b="1" dirty="0">
                <a:solidFill>
                  <a:schemeClr val="bg1"/>
                </a:solidFill>
                <a:ea typeface="Blogger Sans" pitchFamily="50" charset="0"/>
              </a:endParaRPr>
            </a:p>
          </p:txBody>
        </p:sp>
        <p:grpSp>
          <p:nvGrpSpPr>
            <p:cNvPr id="18" name="Google Shape;6126;p50">
              <a:extLst>
                <a:ext uri="{FF2B5EF4-FFF2-40B4-BE49-F238E27FC236}">
                  <a16:creationId xmlns:a16="http://schemas.microsoft.com/office/drawing/2014/main" id="{9E41C2B5-9501-4C6E-880E-39C2FBD2A181}"/>
                </a:ext>
              </a:extLst>
            </p:cNvPr>
            <p:cNvGrpSpPr/>
            <p:nvPr/>
          </p:nvGrpSpPr>
          <p:grpSpPr>
            <a:xfrm>
              <a:off x="7114454" y="1786436"/>
              <a:ext cx="436493" cy="434191"/>
              <a:chOff x="-35853975" y="2631825"/>
              <a:chExt cx="293800" cy="292250"/>
            </a:xfrm>
            <a:solidFill>
              <a:schemeClr val="bg1"/>
            </a:solidFill>
          </p:grpSpPr>
          <p:sp>
            <p:nvSpPr>
              <p:cNvPr id="23" name="Google Shape;6127;p50">
                <a:extLst>
                  <a:ext uri="{FF2B5EF4-FFF2-40B4-BE49-F238E27FC236}">
                    <a16:creationId xmlns:a16="http://schemas.microsoft.com/office/drawing/2014/main" id="{D4596B65-E50F-483C-8EEF-CEF355737C14}"/>
                  </a:ext>
                </a:extLst>
              </p:cNvPr>
              <p:cNvSpPr/>
              <p:nvPr/>
            </p:nvSpPr>
            <p:spPr>
              <a:xfrm>
                <a:off x="-35813025" y="2701825"/>
                <a:ext cx="201675" cy="171925"/>
              </a:xfrm>
              <a:custGeom>
                <a:avLst/>
                <a:gdLst/>
                <a:ahLst/>
                <a:cxnLst/>
                <a:rect l="l" t="t" r="r" b="b"/>
                <a:pathLst>
                  <a:path w="8067" h="6877" extrusionOk="0">
                    <a:moveTo>
                      <a:pt x="1765" y="824"/>
                    </a:moveTo>
                    <a:lnTo>
                      <a:pt x="2868" y="1643"/>
                    </a:lnTo>
                    <a:lnTo>
                      <a:pt x="2238" y="2462"/>
                    </a:lnTo>
                    <a:cubicBezTo>
                      <a:pt x="2112" y="2620"/>
                      <a:pt x="2143" y="2840"/>
                      <a:pt x="2301" y="2935"/>
                    </a:cubicBezTo>
                    <a:lnTo>
                      <a:pt x="5042" y="4983"/>
                    </a:lnTo>
                    <a:cubicBezTo>
                      <a:pt x="5108" y="5035"/>
                      <a:pt x="5179" y="5060"/>
                      <a:pt x="5246" y="5060"/>
                    </a:cubicBezTo>
                    <a:cubicBezTo>
                      <a:pt x="5341" y="5060"/>
                      <a:pt x="5428" y="5011"/>
                      <a:pt x="5483" y="4920"/>
                    </a:cubicBezTo>
                    <a:lnTo>
                      <a:pt x="6113" y="4100"/>
                    </a:lnTo>
                    <a:lnTo>
                      <a:pt x="7247" y="4920"/>
                    </a:lnTo>
                    <a:lnTo>
                      <a:pt x="6554" y="5739"/>
                    </a:lnTo>
                    <a:cubicBezTo>
                      <a:pt x="6348" y="6001"/>
                      <a:pt x="6042" y="6152"/>
                      <a:pt x="5735" y="6152"/>
                    </a:cubicBezTo>
                    <a:cubicBezTo>
                      <a:pt x="5525" y="6152"/>
                      <a:pt x="5315" y="6081"/>
                      <a:pt x="5136" y="5928"/>
                    </a:cubicBezTo>
                    <a:lnTo>
                      <a:pt x="1324" y="3061"/>
                    </a:lnTo>
                    <a:cubicBezTo>
                      <a:pt x="883" y="2714"/>
                      <a:pt x="757" y="2084"/>
                      <a:pt x="1135" y="1643"/>
                    </a:cubicBezTo>
                    <a:lnTo>
                      <a:pt x="1765" y="824"/>
                    </a:lnTo>
                    <a:close/>
                    <a:moveTo>
                      <a:pt x="1647" y="1"/>
                    </a:moveTo>
                    <a:cubicBezTo>
                      <a:pt x="1540" y="1"/>
                      <a:pt x="1435" y="63"/>
                      <a:pt x="1356" y="162"/>
                    </a:cubicBezTo>
                    <a:lnTo>
                      <a:pt x="537" y="1265"/>
                    </a:lnTo>
                    <a:cubicBezTo>
                      <a:pt x="1" y="1990"/>
                      <a:pt x="95" y="3061"/>
                      <a:pt x="883" y="3659"/>
                    </a:cubicBezTo>
                    <a:lnTo>
                      <a:pt x="4727" y="6526"/>
                    </a:lnTo>
                    <a:cubicBezTo>
                      <a:pt x="5026" y="6760"/>
                      <a:pt x="5384" y="6876"/>
                      <a:pt x="5744" y="6876"/>
                    </a:cubicBezTo>
                    <a:cubicBezTo>
                      <a:pt x="6255" y="6876"/>
                      <a:pt x="6770" y="6642"/>
                      <a:pt x="7121" y="6180"/>
                    </a:cubicBezTo>
                    <a:lnTo>
                      <a:pt x="7940" y="5077"/>
                    </a:lnTo>
                    <a:cubicBezTo>
                      <a:pt x="8066" y="4888"/>
                      <a:pt x="8003" y="4668"/>
                      <a:pt x="7846" y="4573"/>
                    </a:cubicBezTo>
                    <a:lnTo>
                      <a:pt x="6207" y="3344"/>
                    </a:lnTo>
                    <a:cubicBezTo>
                      <a:pt x="6142" y="3292"/>
                      <a:pt x="6070" y="3267"/>
                      <a:pt x="6001" y="3267"/>
                    </a:cubicBezTo>
                    <a:cubicBezTo>
                      <a:pt x="5903" y="3267"/>
                      <a:pt x="5808" y="3316"/>
                      <a:pt x="5735" y="3407"/>
                    </a:cubicBezTo>
                    <a:lnTo>
                      <a:pt x="5105" y="4258"/>
                    </a:lnTo>
                    <a:lnTo>
                      <a:pt x="2931" y="2588"/>
                    </a:lnTo>
                    <a:lnTo>
                      <a:pt x="3561" y="1769"/>
                    </a:lnTo>
                    <a:cubicBezTo>
                      <a:pt x="3687" y="1612"/>
                      <a:pt x="3656" y="1423"/>
                      <a:pt x="3498" y="1297"/>
                    </a:cubicBezTo>
                    <a:lnTo>
                      <a:pt x="1828" y="68"/>
                    </a:lnTo>
                    <a:cubicBezTo>
                      <a:pt x="1770" y="22"/>
                      <a:pt x="1708" y="1"/>
                      <a:pt x="16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4" name="Google Shape;6128;p50">
                <a:extLst>
                  <a:ext uri="{FF2B5EF4-FFF2-40B4-BE49-F238E27FC236}">
                    <a16:creationId xmlns:a16="http://schemas.microsoft.com/office/drawing/2014/main" id="{6BA8D542-5CEC-4C25-810A-3D1F170EAFD7}"/>
                  </a:ext>
                </a:extLst>
              </p:cNvPr>
              <p:cNvSpPr/>
              <p:nvPr/>
            </p:nvSpPr>
            <p:spPr>
              <a:xfrm>
                <a:off x="-35853975" y="2631825"/>
                <a:ext cx="293800" cy="292250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690" extrusionOk="0">
                    <a:moveTo>
                      <a:pt x="5861" y="662"/>
                    </a:moveTo>
                    <a:cubicBezTo>
                      <a:pt x="8696" y="662"/>
                      <a:pt x="11027" y="2994"/>
                      <a:pt x="11027" y="5829"/>
                    </a:cubicBezTo>
                    <a:cubicBezTo>
                      <a:pt x="11027" y="6806"/>
                      <a:pt x="10744" y="7751"/>
                      <a:pt x="10240" y="8539"/>
                    </a:cubicBezTo>
                    <a:cubicBezTo>
                      <a:pt x="10177" y="8665"/>
                      <a:pt x="10114" y="8791"/>
                      <a:pt x="10177" y="8854"/>
                    </a:cubicBezTo>
                    <a:lnTo>
                      <a:pt x="10807" y="10776"/>
                    </a:lnTo>
                    <a:lnTo>
                      <a:pt x="8854" y="10145"/>
                    </a:lnTo>
                    <a:cubicBezTo>
                      <a:pt x="8837" y="10137"/>
                      <a:pt x="8815" y="10133"/>
                      <a:pt x="8792" y="10133"/>
                    </a:cubicBezTo>
                    <a:cubicBezTo>
                      <a:pt x="8728" y="10133"/>
                      <a:pt x="8648" y="10162"/>
                      <a:pt x="8602" y="10208"/>
                    </a:cubicBezTo>
                    <a:cubicBezTo>
                      <a:pt x="7751" y="10713"/>
                      <a:pt x="6806" y="10996"/>
                      <a:pt x="5861" y="10996"/>
                    </a:cubicBezTo>
                    <a:cubicBezTo>
                      <a:pt x="3025" y="10996"/>
                      <a:pt x="725" y="8665"/>
                      <a:pt x="725" y="5829"/>
                    </a:cubicBezTo>
                    <a:cubicBezTo>
                      <a:pt x="725" y="2994"/>
                      <a:pt x="3025" y="662"/>
                      <a:pt x="5861" y="662"/>
                    </a:cubicBezTo>
                    <a:close/>
                    <a:moveTo>
                      <a:pt x="5829" y="1"/>
                    </a:moveTo>
                    <a:cubicBezTo>
                      <a:pt x="2616" y="1"/>
                      <a:pt x="1" y="2647"/>
                      <a:pt x="1" y="5829"/>
                    </a:cubicBezTo>
                    <a:cubicBezTo>
                      <a:pt x="1" y="7373"/>
                      <a:pt x="599" y="8854"/>
                      <a:pt x="1733" y="9956"/>
                    </a:cubicBezTo>
                    <a:cubicBezTo>
                      <a:pt x="2836" y="11059"/>
                      <a:pt x="4285" y="11689"/>
                      <a:pt x="5861" y="11689"/>
                    </a:cubicBezTo>
                    <a:cubicBezTo>
                      <a:pt x="6900" y="11689"/>
                      <a:pt x="7908" y="11406"/>
                      <a:pt x="8822" y="10870"/>
                    </a:cubicBezTo>
                    <a:lnTo>
                      <a:pt x="11279" y="11658"/>
                    </a:lnTo>
                    <a:cubicBezTo>
                      <a:pt x="11303" y="11666"/>
                      <a:pt x="11331" y="11669"/>
                      <a:pt x="11360" y="11669"/>
                    </a:cubicBezTo>
                    <a:cubicBezTo>
                      <a:pt x="11449" y="11669"/>
                      <a:pt x="11555" y="11634"/>
                      <a:pt x="11626" y="11563"/>
                    </a:cubicBezTo>
                    <a:cubicBezTo>
                      <a:pt x="11689" y="11500"/>
                      <a:pt x="11752" y="11343"/>
                      <a:pt x="11689" y="11217"/>
                    </a:cubicBezTo>
                    <a:lnTo>
                      <a:pt x="10901" y="8791"/>
                    </a:lnTo>
                    <a:cubicBezTo>
                      <a:pt x="11469" y="7877"/>
                      <a:pt x="11752" y="6837"/>
                      <a:pt x="11752" y="5829"/>
                    </a:cubicBezTo>
                    <a:cubicBezTo>
                      <a:pt x="11689" y="2647"/>
                      <a:pt x="9074" y="1"/>
                      <a:pt x="582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" name="Google Shape;6129;p50">
                <a:extLst>
                  <a:ext uri="{FF2B5EF4-FFF2-40B4-BE49-F238E27FC236}">
                    <a16:creationId xmlns:a16="http://schemas.microsoft.com/office/drawing/2014/main" id="{094D9CB4-7A39-4B5F-8C9C-8918EDCEBFB0}"/>
                  </a:ext>
                </a:extLst>
              </p:cNvPr>
              <p:cNvSpPr/>
              <p:nvPr/>
            </p:nvSpPr>
            <p:spPr>
              <a:xfrm>
                <a:off x="-35715350" y="2735025"/>
                <a:ext cx="49650" cy="40675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1627" extrusionOk="0">
                    <a:moveTo>
                      <a:pt x="410" y="0"/>
                    </a:moveTo>
                    <a:cubicBezTo>
                      <a:pt x="221" y="0"/>
                      <a:pt x="64" y="126"/>
                      <a:pt x="64" y="315"/>
                    </a:cubicBezTo>
                    <a:cubicBezTo>
                      <a:pt x="1" y="504"/>
                      <a:pt x="158" y="662"/>
                      <a:pt x="379" y="662"/>
                    </a:cubicBezTo>
                    <a:cubicBezTo>
                      <a:pt x="788" y="725"/>
                      <a:pt x="1166" y="977"/>
                      <a:pt x="1261" y="1386"/>
                    </a:cubicBezTo>
                    <a:cubicBezTo>
                      <a:pt x="1311" y="1536"/>
                      <a:pt x="1439" y="1626"/>
                      <a:pt x="1585" y="1626"/>
                    </a:cubicBezTo>
                    <a:cubicBezTo>
                      <a:pt x="1623" y="1626"/>
                      <a:pt x="1662" y="1620"/>
                      <a:pt x="1702" y="1607"/>
                    </a:cubicBezTo>
                    <a:cubicBezTo>
                      <a:pt x="1891" y="1575"/>
                      <a:pt x="1985" y="1386"/>
                      <a:pt x="1954" y="1197"/>
                    </a:cubicBezTo>
                    <a:cubicBezTo>
                      <a:pt x="1733" y="504"/>
                      <a:pt x="1103" y="32"/>
                      <a:pt x="41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6" name="Google Shape;6130;p50">
                <a:extLst>
                  <a:ext uri="{FF2B5EF4-FFF2-40B4-BE49-F238E27FC236}">
                    <a16:creationId xmlns:a16="http://schemas.microsoft.com/office/drawing/2014/main" id="{6A885F60-0097-4801-A6A0-57CACDFD3D41}"/>
                  </a:ext>
                </a:extLst>
              </p:cNvPr>
              <p:cNvSpPr/>
              <p:nvPr/>
            </p:nvSpPr>
            <p:spPr>
              <a:xfrm>
                <a:off x="-35705900" y="2667275"/>
                <a:ext cx="107925" cy="101750"/>
              </a:xfrm>
              <a:custGeom>
                <a:avLst/>
                <a:gdLst/>
                <a:ahLst/>
                <a:cxnLst/>
                <a:rect l="l" t="t" r="r" b="b"/>
                <a:pathLst>
                  <a:path w="4317" h="4070" extrusionOk="0">
                    <a:moveTo>
                      <a:pt x="347" y="1"/>
                    </a:moveTo>
                    <a:cubicBezTo>
                      <a:pt x="158" y="1"/>
                      <a:pt x="1" y="127"/>
                      <a:pt x="1" y="316"/>
                    </a:cubicBezTo>
                    <a:cubicBezTo>
                      <a:pt x="1" y="505"/>
                      <a:pt x="95" y="662"/>
                      <a:pt x="316" y="662"/>
                    </a:cubicBezTo>
                    <a:cubicBezTo>
                      <a:pt x="2048" y="820"/>
                      <a:pt x="3372" y="2111"/>
                      <a:pt x="3655" y="3781"/>
                    </a:cubicBezTo>
                    <a:cubicBezTo>
                      <a:pt x="3683" y="3951"/>
                      <a:pt x="3813" y="4070"/>
                      <a:pt x="3976" y="4070"/>
                    </a:cubicBezTo>
                    <a:cubicBezTo>
                      <a:pt x="3995" y="4070"/>
                      <a:pt x="4014" y="4068"/>
                      <a:pt x="4033" y="4065"/>
                    </a:cubicBezTo>
                    <a:cubicBezTo>
                      <a:pt x="4191" y="4065"/>
                      <a:pt x="4317" y="3844"/>
                      <a:pt x="4317" y="3687"/>
                    </a:cubicBezTo>
                    <a:cubicBezTo>
                      <a:pt x="4002" y="1733"/>
                      <a:pt x="2364" y="190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7" name="Google Shape;6131;p50">
                <a:extLst>
                  <a:ext uri="{FF2B5EF4-FFF2-40B4-BE49-F238E27FC236}">
                    <a16:creationId xmlns:a16="http://schemas.microsoft.com/office/drawing/2014/main" id="{9EF5F08C-8C75-439E-8D9F-72ED5212341E}"/>
                  </a:ext>
                </a:extLst>
              </p:cNvPr>
              <p:cNvSpPr/>
              <p:nvPr/>
            </p:nvSpPr>
            <p:spPr>
              <a:xfrm>
                <a:off x="-35709825" y="2700350"/>
                <a:ext cx="77200" cy="68700"/>
              </a:xfrm>
              <a:custGeom>
                <a:avLst/>
                <a:gdLst/>
                <a:ahLst/>
                <a:cxnLst/>
                <a:rect l="l" t="t" r="r" b="b"/>
                <a:pathLst>
                  <a:path w="3088" h="2748" extrusionOk="0">
                    <a:moveTo>
                      <a:pt x="347" y="1"/>
                    </a:moveTo>
                    <a:cubicBezTo>
                      <a:pt x="158" y="1"/>
                      <a:pt x="0" y="127"/>
                      <a:pt x="0" y="316"/>
                    </a:cubicBezTo>
                    <a:cubicBezTo>
                      <a:pt x="0" y="536"/>
                      <a:pt x="95" y="694"/>
                      <a:pt x="315" y="725"/>
                    </a:cubicBezTo>
                    <a:cubicBezTo>
                      <a:pt x="1323" y="788"/>
                      <a:pt x="2142" y="1545"/>
                      <a:pt x="2394" y="2490"/>
                    </a:cubicBezTo>
                    <a:cubicBezTo>
                      <a:pt x="2422" y="2655"/>
                      <a:pt x="2570" y="2748"/>
                      <a:pt x="2753" y="2748"/>
                    </a:cubicBezTo>
                    <a:cubicBezTo>
                      <a:pt x="2780" y="2748"/>
                      <a:pt x="2808" y="2746"/>
                      <a:pt x="2836" y="2742"/>
                    </a:cubicBezTo>
                    <a:cubicBezTo>
                      <a:pt x="3025" y="2679"/>
                      <a:pt x="3088" y="2490"/>
                      <a:pt x="3056" y="2301"/>
                    </a:cubicBezTo>
                    <a:cubicBezTo>
                      <a:pt x="2741" y="1072"/>
                      <a:pt x="1670" y="127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9" name="Google Shape;7858;p54">
              <a:extLst>
                <a:ext uri="{FF2B5EF4-FFF2-40B4-BE49-F238E27FC236}">
                  <a16:creationId xmlns:a16="http://schemas.microsoft.com/office/drawing/2014/main" id="{8C7E32B9-52ED-4694-9937-7E02E79274C8}"/>
                </a:ext>
              </a:extLst>
            </p:cNvPr>
            <p:cNvSpPr/>
            <p:nvPr/>
          </p:nvSpPr>
          <p:spPr>
            <a:xfrm>
              <a:off x="7137689" y="2475141"/>
              <a:ext cx="396843" cy="278859"/>
            </a:xfrm>
            <a:custGeom>
              <a:avLst/>
              <a:gdLst/>
              <a:ahLst/>
              <a:cxnLst/>
              <a:rect l="l" t="t" r="r" b="b"/>
              <a:pathLst>
                <a:path w="11658" h="8192" extrusionOk="0">
                  <a:moveTo>
                    <a:pt x="10429" y="662"/>
                  </a:moveTo>
                  <a:cubicBezTo>
                    <a:pt x="10114" y="1008"/>
                    <a:pt x="6207" y="4915"/>
                    <a:pt x="6081" y="5072"/>
                  </a:cubicBezTo>
                  <a:cubicBezTo>
                    <a:pt x="6018" y="5135"/>
                    <a:pt x="5916" y="5167"/>
                    <a:pt x="5813" y="5167"/>
                  </a:cubicBezTo>
                  <a:cubicBezTo>
                    <a:pt x="5711" y="5167"/>
                    <a:pt x="5608" y="5135"/>
                    <a:pt x="5545" y="5072"/>
                  </a:cubicBezTo>
                  <a:lnTo>
                    <a:pt x="1135" y="662"/>
                  </a:lnTo>
                  <a:close/>
                  <a:moveTo>
                    <a:pt x="662" y="1134"/>
                  </a:moveTo>
                  <a:lnTo>
                    <a:pt x="3624" y="4096"/>
                  </a:lnTo>
                  <a:lnTo>
                    <a:pt x="662" y="7057"/>
                  </a:lnTo>
                  <a:lnTo>
                    <a:pt x="662" y="1134"/>
                  </a:lnTo>
                  <a:close/>
                  <a:moveTo>
                    <a:pt x="10996" y="1134"/>
                  </a:moveTo>
                  <a:lnTo>
                    <a:pt x="10996" y="7057"/>
                  </a:lnTo>
                  <a:lnTo>
                    <a:pt x="8034" y="4096"/>
                  </a:lnTo>
                  <a:lnTo>
                    <a:pt x="10996" y="1134"/>
                  </a:lnTo>
                  <a:close/>
                  <a:moveTo>
                    <a:pt x="7562" y="4568"/>
                  </a:moveTo>
                  <a:lnTo>
                    <a:pt x="10492" y="7530"/>
                  </a:lnTo>
                  <a:lnTo>
                    <a:pt x="1198" y="7530"/>
                  </a:lnTo>
                  <a:lnTo>
                    <a:pt x="4096" y="4568"/>
                  </a:lnTo>
                  <a:lnTo>
                    <a:pt x="5073" y="5545"/>
                  </a:lnTo>
                  <a:cubicBezTo>
                    <a:pt x="5278" y="5750"/>
                    <a:pt x="5553" y="5852"/>
                    <a:pt x="5829" y="5852"/>
                  </a:cubicBezTo>
                  <a:cubicBezTo>
                    <a:pt x="6105" y="5852"/>
                    <a:pt x="6380" y="5750"/>
                    <a:pt x="6585" y="5545"/>
                  </a:cubicBezTo>
                  <a:lnTo>
                    <a:pt x="7562" y="4568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lnTo>
                    <a:pt x="1" y="7152"/>
                  </a:lnTo>
                  <a:cubicBezTo>
                    <a:pt x="1" y="7719"/>
                    <a:pt x="473" y="8191"/>
                    <a:pt x="1009" y="8191"/>
                  </a:cubicBezTo>
                  <a:lnTo>
                    <a:pt x="10618" y="8191"/>
                  </a:lnTo>
                  <a:cubicBezTo>
                    <a:pt x="11185" y="8191"/>
                    <a:pt x="11657" y="7719"/>
                    <a:pt x="11657" y="7152"/>
                  </a:cubicBezTo>
                  <a:lnTo>
                    <a:pt x="11657" y="1008"/>
                  </a:lnTo>
                  <a:cubicBezTo>
                    <a:pt x="11657" y="441"/>
                    <a:pt x="11185" y="0"/>
                    <a:pt x="1061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" name="TextBox 22">
              <a:extLst>
                <a:ext uri="{FF2B5EF4-FFF2-40B4-BE49-F238E27FC236}">
                  <a16:creationId xmlns:a16="http://schemas.microsoft.com/office/drawing/2014/main" id="{5C12263A-B9EB-4F04-A642-B2A23505B7AE}"/>
                </a:ext>
              </a:extLst>
            </p:cNvPr>
            <p:cNvSpPr txBox="1"/>
            <p:nvPr/>
          </p:nvSpPr>
          <p:spPr>
            <a:xfrm>
              <a:off x="7716000" y="295991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www.neoflex.ru</a:t>
              </a:r>
            </a:p>
          </p:txBody>
        </p:sp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69D30DAB-1C99-4723-9230-4E5423ABC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15803" y="2973649"/>
              <a:ext cx="434191" cy="434191"/>
            </a:xfrm>
            <a:prstGeom prst="rect">
              <a:avLst/>
            </a:prstGeom>
          </p:spPr>
        </p:pic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3CDDFE2C-5F2C-42DE-9455-F6217757770F}"/>
                </a:ext>
              </a:extLst>
            </p:cNvPr>
            <p:cNvSpPr txBox="1"/>
            <p:nvPr/>
          </p:nvSpPr>
          <p:spPr>
            <a:xfrm>
              <a:off x="7716000" y="1739890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l" defTabSz="1219170" rtl="0" eaLnBrk="1" fontAlgn="auto" latinLnBrk="0" hangingPunct="1">
                <a:spcBef>
                  <a:spcPts val="0"/>
                </a:spcBef>
                <a:spcAft>
                  <a:spcPts val="18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+7 (495) 984-25-13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851339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02703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3932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651463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01964523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18470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45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9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52.xml"/><Relationship Id="rId34" Type="http://schemas.openxmlformats.org/officeDocument/2006/relationships/slideLayout" Target="../slideLayouts/slideLayout65.xml"/><Relationship Id="rId42" Type="http://schemas.openxmlformats.org/officeDocument/2006/relationships/slideLayout" Target="../slideLayouts/slideLayout73.xml"/><Relationship Id="rId47" Type="http://schemas.openxmlformats.org/officeDocument/2006/relationships/slideLayout" Target="../slideLayouts/slideLayout78.xml"/><Relationship Id="rId50" Type="http://schemas.openxmlformats.org/officeDocument/2006/relationships/slideLayout" Target="../slideLayouts/slideLayout81.xml"/><Relationship Id="rId55" Type="http://schemas.openxmlformats.org/officeDocument/2006/relationships/slideLayout" Target="../slideLayouts/slideLayout86.xml"/><Relationship Id="rId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9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32" Type="http://schemas.openxmlformats.org/officeDocument/2006/relationships/slideLayout" Target="../slideLayouts/slideLayout63.xml"/><Relationship Id="rId37" Type="http://schemas.openxmlformats.org/officeDocument/2006/relationships/slideLayout" Target="../slideLayouts/slideLayout68.xml"/><Relationship Id="rId40" Type="http://schemas.openxmlformats.org/officeDocument/2006/relationships/slideLayout" Target="../slideLayouts/slideLayout71.xml"/><Relationship Id="rId45" Type="http://schemas.openxmlformats.org/officeDocument/2006/relationships/slideLayout" Target="../slideLayouts/slideLayout76.xml"/><Relationship Id="rId53" Type="http://schemas.openxmlformats.org/officeDocument/2006/relationships/slideLayout" Target="../slideLayouts/slideLayout84.xml"/><Relationship Id="rId5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61.xml"/><Relationship Id="rId35" Type="http://schemas.openxmlformats.org/officeDocument/2006/relationships/slideLayout" Target="../slideLayouts/slideLayout66.xml"/><Relationship Id="rId43" Type="http://schemas.openxmlformats.org/officeDocument/2006/relationships/slideLayout" Target="../slideLayouts/slideLayout74.xml"/><Relationship Id="rId48" Type="http://schemas.openxmlformats.org/officeDocument/2006/relationships/slideLayout" Target="../slideLayouts/slideLayout79.xml"/><Relationship Id="rId56" Type="http://schemas.openxmlformats.org/officeDocument/2006/relationships/slideLayout" Target="../slideLayouts/slideLayout87.xml"/><Relationship Id="rId8" Type="http://schemas.openxmlformats.org/officeDocument/2006/relationships/slideLayout" Target="../slideLayouts/slideLayout39.xml"/><Relationship Id="rId51" Type="http://schemas.openxmlformats.org/officeDocument/2006/relationships/slideLayout" Target="../slideLayouts/slideLayout82.xml"/><Relationship Id="rId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33" Type="http://schemas.openxmlformats.org/officeDocument/2006/relationships/slideLayout" Target="../slideLayouts/slideLayout64.xml"/><Relationship Id="rId38" Type="http://schemas.openxmlformats.org/officeDocument/2006/relationships/slideLayout" Target="../slideLayouts/slideLayout69.xml"/><Relationship Id="rId46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51.xml"/><Relationship Id="rId41" Type="http://schemas.openxmlformats.org/officeDocument/2006/relationships/slideLayout" Target="../slideLayouts/slideLayout72.xml"/><Relationship Id="rId54" Type="http://schemas.openxmlformats.org/officeDocument/2006/relationships/slideLayout" Target="../slideLayouts/slideLayout85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9.xml"/><Relationship Id="rId36" Type="http://schemas.openxmlformats.org/officeDocument/2006/relationships/slideLayout" Target="../slideLayouts/slideLayout67.xml"/><Relationship Id="rId49" Type="http://schemas.openxmlformats.org/officeDocument/2006/relationships/slideLayout" Target="../slideLayouts/slideLayout8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62.xml"/><Relationship Id="rId44" Type="http://schemas.openxmlformats.org/officeDocument/2006/relationships/slideLayout" Target="../slideLayouts/slideLayout75.xml"/><Relationship Id="rId52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8315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501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  <p:sldLayoutId id="2147483727" r:id="rId35"/>
    <p:sldLayoutId id="2147483728" r:id="rId36"/>
    <p:sldLayoutId id="214748374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  <p:sldLayoutId id="2147483738" r:id="rId47"/>
    <p:sldLayoutId id="2147483739" r:id="rId48"/>
    <p:sldLayoutId id="2147483740" r:id="rId49"/>
    <p:sldLayoutId id="2147483741" r:id="rId50"/>
    <p:sldLayoutId id="2147483742" r:id="rId51"/>
    <p:sldLayoutId id="2147483743" r:id="rId52"/>
    <p:sldLayoutId id="2147483744" r:id="rId53"/>
    <p:sldLayoutId id="2147483745" r:id="rId54"/>
    <p:sldLayoutId id="2147483746" r:id="rId55"/>
    <p:sldLayoutId id="2147483747" r:id="rId56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  <p15:guide id="13" pos="3925">
          <p15:clr>
            <a:srgbClr val="F26B43"/>
          </p15:clr>
        </p15:guide>
        <p15:guide id="14" pos="375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65F73BCB-D241-4760-A765-2A82876FFA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9, 2026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A8E2C4-18F6-41BF-838A-464A5E49E17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80585" y="2401617"/>
            <a:ext cx="10129838" cy="2322513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1200"/>
              </a:spcAft>
            </a:pPr>
            <a:r>
              <a:rPr lang="ru-RU" sz="3600" dirty="0">
                <a:solidFill>
                  <a:schemeClr val="bg1"/>
                </a:solidFill>
                <a:latin typeface="+mj-lt"/>
              </a:rPr>
              <a:t>КУРС ПО FLUTTER · ЛЕКЦИЯ 9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Взаимодействие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с пользователем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9,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План лекции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Формы и текстовые поля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Form и валидация ввода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TextField и TextFormField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Стилизация и форматирование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TextEditingController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Выбор значений и обратная связь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Выпадающие списки (Dropdown)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Фокус ввода (FocusNode)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SnackBar и AlertDialog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Жесты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Указатели (Pointers)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GestureDetector и тапы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Перетаскивание и Pan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9,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Формы и текстовые поля</a:t>
            </a:r>
          </a:p>
          <a:p>
            <a:r>
              <a:rPr lang="ru-RU" dirty="0"/>
              <a:t>Form, TextField, валидация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9,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Form — контейнер для полей ввода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GlobalKey&lt;FormState&gt;</a:t>
            </a:r>
          </a:p>
          <a:p>
            <a:pPr>
              <a:spcAft>
                <a:spcPts val="600"/>
              </a:spcAft>
            </a:pPr>
            <a:r>
              <a:rPr lang="ru-RU" dirty="0"/>
              <a:t>Каждой форме нужен уникальный ключ — он даёт доступ к состоянию формы и позволяет проверить её позже.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Группировка полей</a:t>
            </a:r>
          </a:p>
          <a:p>
            <a:pPr>
              <a:spcAft>
                <a:spcPts val="600"/>
              </a:spcAft>
            </a:pPr>
            <a:r>
              <a:rPr lang="ru-RU" dirty="0"/>
              <a:t>Form объединяет несколько TextFormField в одну структуру и управляет их валидацией как единым целым.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validate()</a:t>
            </a:r>
          </a:p>
          <a:p>
            <a:pPr>
              <a:spcAft>
                <a:spcPts val="600"/>
              </a:spcAft>
            </a:pPr>
            <a:r>
              <a:rPr lang="ru-RU" dirty="0"/>
              <a:t>Метод FormState.validate() запускает validator() каждого поля; возвращает true, если ошибок нет, иначе показывает ошибки.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4</a:t>
            </a:fld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Параметры TextField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9,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Конструктор TextField принимает много параметров — вот ключевые группы.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Оформление</a:t>
            </a:r>
          </a:p>
          <a:p>
            <a:r>
              <a:rPr lang="ru-RU" sz="1600" dirty="0"/>
              <a:t>decoration задаёт стиль через InputDecoration; style — стиль текста; textAlign — выравнивание.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Ограничения</a:t>
            </a:r>
          </a:p>
          <a:p>
            <a:r>
              <a:rPr lang="ru-RU" b="0" dirty="0">
                <a:solidFill>
                  <a:schemeClr val="tx1"/>
                </a:solidFill>
              </a:rPr>
              <a:t>maxLength, maxLines, minLines и expands управляют количеством символов и строк поля.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Режим отображения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enabled и readOnly включают/блокируют ввод; obscureText и obscuringCharacter скрывают пароль.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Обратные вызовы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onChanged срабатывает при каждом изменении текста, onSubmitted — при завершении ввода (Enter).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5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TextField vs TextFormField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9,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TextField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Базовое текстовое поле в стиле Material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onChanged и onSubmitted реагируют на ввод и завершение ввода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Нет встроенной валидации и не привязан к Form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TextFormField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То же самое, что TextField, плюс интеграция с 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initialValue задаёт начальный текст без контроллера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validator возвращает строку ошибки или null — используется в form.validate()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6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9,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InputDecoration: стилизация полей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Границы</a:t>
            </a:r>
          </a:p>
          <a:p>
            <a:pPr>
              <a:spcAft>
                <a:spcPts val="600"/>
              </a:spcAft>
            </a:pPr>
            <a:r>
              <a:rPr lang="ru-RU" dirty="0"/>
              <a:t>border задаёт InputBorder: OutlineInputBorder — рамка вокруг поля, UnderlineInputBorder — только снизу, InputBorder.none — без границы.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Заливка и отступы</a:t>
            </a:r>
          </a:p>
          <a:p>
            <a:pPr>
              <a:spcAft>
                <a:spcPts val="600"/>
              </a:spcAft>
            </a:pPr>
            <a:r>
              <a:rPr lang="ru-RU" dirty="0"/>
              <a:t>filled и fillColor закрашивают фон поля, contentPadding задаёт внутренние отступы вокруг текста.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Подсказки и текст</a:t>
            </a:r>
          </a:p>
          <a:p>
            <a:pPr>
              <a:spcAft>
                <a:spcPts val="600"/>
              </a:spcAft>
            </a:pPr>
            <a:r>
              <a:rPr lang="ru-RU" dirty="0"/>
              <a:t>hintText — подсказка при пустом поле, labelText — метка сверху, helperText — пояснение снизу; у каждого свой стиль.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7</a:t>
            </a:fld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Встроенные TextInputFormatter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9,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Ограничивают, что и сколько можно ввести в поле.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FilteringTextInputFormatter.allow</a:t>
            </a:r>
          </a:p>
          <a:p>
            <a:r>
              <a:rPr lang="ru-RU" sz="1600" dirty="0"/>
              <a:t>Разрешает вводить только символы, соответствующие RegExp, например только цифры.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FilteringTextInputFormatter.deny</a:t>
            </a:r>
          </a:p>
          <a:p>
            <a:r>
              <a:rPr lang="ru-RU" b="0" dirty="0">
                <a:solidFill>
                  <a:schemeClr val="tx1"/>
                </a:solidFill>
              </a:rPr>
              <a:t>Запрещает вводить символы по шаблону, остальные символы разрешены.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digitsOnly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Готовый форматтер, который пропускает только цифры [0-9].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singleLineFormatter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Готовый форматтер, который принудительно делает ввод однострочным.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8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9,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Свой TextInputFormatter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extends TextInputFormatter</a:t>
            </a:r>
          </a:p>
          <a:p>
            <a:pPr>
              <a:spcAft>
                <a:spcPts val="600"/>
              </a:spcAft>
            </a:pPr>
            <a:r>
              <a:rPr lang="ru-RU" dirty="0"/>
              <a:t>Собственная логика форматирования создаётся наследованием от базового класса TextInputFormatter.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formatEditUpdate()</a:t>
            </a:r>
          </a:p>
          <a:p>
            <a:pPr>
              <a:spcAft>
                <a:spcPts val="600"/>
              </a:spcAft>
            </a:pPr>
            <a:r>
              <a:rPr lang="ru-RU" dirty="0"/>
              <a:t>Метод принимает oldValue и newValue типа TextEditingValue и возвращает новое отформатированное значение.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Пример: запятая → точка</a:t>
            </a:r>
          </a:p>
          <a:p>
            <a:pPr>
              <a:spcAft>
                <a:spcPts val="600"/>
              </a:spcAft>
            </a:pPr>
            <a:r>
              <a:rPr lang="ru-RU" dirty="0"/>
              <a:t>Форматтер ищет запятую во введённом тексте и заменяет её на точку, сохраняя позицию курсора (selection).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9</a:t>
            </a:fld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9,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TextEditingController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Управление вводом</a:t>
            </a:r>
          </a:p>
          <a:p>
            <a:pPr>
              <a:spcAft>
                <a:spcPts val="600"/>
              </a:spcAft>
            </a:pPr>
            <a:r>
              <a:rPr lang="ru-RU" dirty="0"/>
              <a:t>Подключается через параметр controller у TextField/TextFormField; хранит text, selection и value поля.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addListener()</a:t>
            </a:r>
          </a:p>
          <a:p>
            <a:pPr>
              <a:spcAft>
                <a:spcPts val="600"/>
              </a:spcAft>
            </a:pPr>
            <a:r>
              <a:rPr lang="ru-RU" dirty="0"/>
              <a:t>Уведомляет слушателей при любом изменении текста — удобно для обновления состояния через setState.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Жизненный цикл</a:t>
            </a:r>
          </a:p>
          <a:p>
            <a:pPr>
              <a:spcAft>
                <a:spcPts val="600"/>
              </a:spcAft>
            </a:pPr>
            <a:r>
              <a:rPr lang="ru-RU" dirty="0"/>
              <a:t>Создаётся в initState(), обязательно освобождается вызовом dispose(), иначе останется утечка ресурсов.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10</a:t>
            </a:fld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9,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Валидация форм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validator()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Получает введённый текст value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Возвращает строку ошибки, если ввод неверный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Возвращает null, если ошибок нет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FormState.validate()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Запускает validator() всех полей формы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true — если все поля прошли проверку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false — форма перестраивается с ошибками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AutovalidateMode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disabled — без автопроверки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always — проверка всегда, даже без ввода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onUserInteraction — после первого действия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11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9,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12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Выпадающие списки</a:t>
            </a:r>
          </a:p>
          <a:p>
            <a:r>
              <a:rPr lang="ru-RU" dirty="0"/>
              <a:t>DropdownButton и DropdownButtonFormField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9,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DropdownButton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DropdownMenuItem</a:t>
            </a:r>
          </a:p>
          <a:p>
            <a:pPr>
              <a:spcAft>
                <a:spcPts val="600"/>
              </a:spcAft>
            </a:pPr>
            <a:r>
              <a:rPr lang="ru-RU" dirty="0"/>
              <a:t>Список пунктов передаётся через свойство items — каждый DropdownMenuItem задаёт текст и value варианта.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value и состояние</a:t>
            </a:r>
          </a:p>
          <a:p>
            <a:pPr>
              <a:spcAft>
                <a:spcPts val="600"/>
              </a:spcAft>
            </a:pPr>
            <a:r>
              <a:rPr lang="ru-RU" dirty="0"/>
              <a:t>Текущий выбранный вариант хранится в поле состояния (например selectedValue) и передаётся в value.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onChanged + setState</a:t>
            </a:r>
          </a:p>
          <a:p>
            <a:pPr>
              <a:spcAft>
                <a:spcPts val="600"/>
              </a:spcAft>
            </a:pPr>
            <a:r>
              <a:rPr lang="ru-RU" dirty="0"/>
              <a:t>Обратный вызов возвращает новое выбранное значение; setState обновляет selectedValue и перестраивает список.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13</a:t>
            </a:fld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9,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DropdownButtonFormField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Своё оформление</a:t>
            </a:r>
          </a:p>
          <a:p>
            <a:pPr>
              <a:spcAft>
                <a:spcPts val="600"/>
              </a:spcAft>
            </a:pPr>
            <a:r>
              <a:rPr lang="ru-RU" dirty="0"/>
              <a:t>Свойство decoration (InputDecoration) и dropdownColor позволяют полностью настроить внешний вид списка.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Встроенная валидация</a:t>
            </a:r>
          </a:p>
          <a:p>
            <a:pPr>
              <a:spcAft>
                <a:spcPts val="600"/>
              </a:spcAft>
            </a:pPr>
            <a:r>
              <a:rPr lang="ru-RU" dirty="0"/>
              <a:t>validator работает так же, как у TextFormField: например, проверяет, что страна выбрана из списка.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Совместимость с Form</a:t>
            </a:r>
          </a:p>
          <a:p>
            <a:pPr>
              <a:spcAft>
                <a:spcPts val="600"/>
              </a:spcAft>
            </a:pPr>
            <a:r>
              <a:rPr lang="ru-RU" dirty="0"/>
              <a:t>В отличие от обычного DropdownButton, встраивается в Form и участвует в общей проверке формы.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14</a:t>
            </a:fld>
            <a:endParaRPr lang="ru-R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9,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Фокус, SnackBar и диалоги</a:t>
            </a:r>
          </a:p>
          <a:p>
            <a:r>
              <a:rPr lang="ru-RU" dirty="0"/>
              <a:t>Обратная связь для пользователя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9,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Управление фокусом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autofocus</a:t>
            </a:r>
          </a:p>
          <a:p>
            <a:pPr>
              <a:spcAft>
                <a:spcPts val="600"/>
              </a:spcAft>
            </a:pPr>
            <a:r>
              <a:rPr lang="ru-RU" dirty="0"/>
              <a:t>Свойство TextField, которое сразу ставит фокус на поле, как только оно становится видимым на экране.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FocusNode</a:t>
            </a:r>
          </a:p>
          <a:p>
            <a:pPr>
              <a:spcAft>
                <a:spcPts val="600"/>
              </a:spcAft>
            </a:pPr>
            <a:r>
              <a:rPr lang="ru-RU" dirty="0"/>
              <a:t>Создаётся в initState() и уничтожается в dispose(); определяет конкретное поле в «дереве фокусов».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requestFocus()</a:t>
            </a:r>
          </a:p>
          <a:p>
            <a:pPr>
              <a:spcAft>
                <a:spcPts val="600"/>
              </a:spcAft>
            </a:pPr>
            <a:r>
              <a:rPr lang="ru-RU" dirty="0"/>
              <a:t>Программно передаёт фокус нужному полю, например по нажатию кнопки или после ошибки валидации.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16</a:t>
            </a:fld>
            <a:endParaRPr lang="ru-R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9,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SnackBar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Временное сообщение</a:t>
            </a:r>
          </a:p>
          <a:p>
            <a:pPr>
              <a:spcAft>
                <a:spcPts val="600"/>
              </a:spcAft>
            </a:pPr>
            <a:r>
              <a:rPr lang="ru-RU" dirty="0"/>
              <a:t>SnackBar показывает всплывающее уведомление внизу экрана, не перекрывая FloatingActionButton.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ScaffoldMessenger</a:t>
            </a:r>
          </a:p>
          <a:p>
            <a:pPr>
              <a:spcAft>
                <a:spcPts val="600"/>
              </a:spcAft>
            </a:pPr>
            <a:r>
              <a:rPr lang="ru-RU" dirty="0"/>
              <a:t>ScaffoldMessenger.of(context).showSnackBar() находит нужный Scaffold и отображает сообщение.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SnackBarAction</a:t>
            </a:r>
          </a:p>
          <a:p>
            <a:pPr>
              <a:spcAft>
                <a:spcPts val="600"/>
              </a:spcAft>
            </a:pPr>
            <a:r>
              <a:rPr lang="ru-RU" dirty="0"/>
              <a:t>Можно добавить кнопку действия в сообщении, например «Отменить», чтобы откатить последнее изменение.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17</a:t>
            </a:fld>
            <a:endParaRPr lang="ru-R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9,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AlertDialog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Структура диалога</a:t>
            </a:r>
          </a:p>
          <a:p>
            <a:pPr>
              <a:spcAft>
                <a:spcPts val="600"/>
              </a:spcAft>
            </a:pPr>
            <a:r>
              <a:rPr lang="ru-RU" dirty="0"/>
              <a:t>Есть необязательный заголовок title, содержимое content и список actions с кнопками снизу.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showDialog()</a:t>
            </a:r>
          </a:p>
          <a:p>
            <a:pPr>
              <a:spcAft>
                <a:spcPts val="600"/>
              </a:spcAft>
            </a:pPr>
            <a:r>
              <a:rPr lang="ru-RU" dirty="0"/>
              <a:t>Функция принимает context и builder, который возвращает виджет AlertDialog для отображения поверх экрана.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Navigator.pop()</a:t>
            </a:r>
          </a:p>
          <a:p>
            <a:pPr>
              <a:spcAft>
                <a:spcPts val="600"/>
              </a:spcAft>
            </a:pPr>
            <a:r>
              <a:rPr lang="ru-RU" dirty="0"/>
              <a:t>Кнопки диалога закрывают его вызовом Navigator.of(context).pop(), обычно передавая результат выбора.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18</a:t>
            </a:fld>
            <a:endParaRPr lang="ru-RU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9,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Жесты: от указателей к семантике</a:t>
            </a:r>
          </a:p>
          <a:p>
            <a:r>
              <a:rPr lang="ru-RU" dirty="0"/>
              <a:t>Pointers и GestureDetector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9,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Слой указателей (Pointers)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4 типа событий</a:t>
            </a:r>
          </a:p>
          <a:p>
            <a:pPr>
              <a:spcAft>
                <a:spcPts val="600"/>
              </a:spcAft>
            </a:pPr>
            <a:r>
              <a:rPr lang="ru-RU" dirty="0"/>
              <a:t>PointerDownEvent, PointerMoveEvent, PointerUpEvent и PointerCancelEvent описывают касание, движение и отпускание.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Hit-testing</a:t>
            </a:r>
          </a:p>
          <a:p>
            <a:pPr>
              <a:spcAft>
                <a:spcPts val="600"/>
              </a:spcAft>
            </a:pPr>
            <a:r>
              <a:rPr lang="ru-RU" dirty="0"/>
              <a:t>Событие уходит самому внутреннему виджету под указателем, затем всплывает вверх по дереву виджетов.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Listener</a:t>
            </a:r>
          </a:p>
          <a:p>
            <a:pPr>
              <a:spcAft>
                <a:spcPts val="600"/>
              </a:spcAft>
            </a:pPr>
            <a:r>
              <a:rPr lang="ru-RU" dirty="0"/>
              <a:t>Виджет Listener позволяет слушать события указателя напрямую, но обычно проще использовать жесты.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20</a:t>
            </a:fld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Тап-события GestureDetector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9,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Семантические жесты собираются из нескольких событий указателя.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onTapDown</a:t>
            </a:r>
          </a:p>
          <a:p>
            <a:r>
              <a:rPr lang="ru-RU" sz="1600" dirty="0"/>
              <a:t>Указатель коснулся экрана в определённом месте.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onTapUp</a:t>
            </a:r>
          </a:p>
          <a:p>
            <a:r>
              <a:rPr lang="ru-RU" b="0" dirty="0">
                <a:solidFill>
                  <a:schemeClr val="tx1"/>
                </a:solidFill>
              </a:rPr>
              <a:t>Указатель перестал касаться экрана в том же месте.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onTap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Полноценное касание: сработали и onTapDown, и onTapUp.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onTapCancel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Касание началось, но не завершилось тапом (например, палец увели в сторону).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21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Другие распознаваемые жесты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9,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GestureDetector умеет распознавать и более сложные взаимодействия.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onDoubleTap</a:t>
            </a:r>
          </a:p>
          <a:p>
            <a:r>
              <a:rPr lang="ru-RU" sz="1600" dirty="0"/>
              <a:t>Пользователь коснулся экрана дважды подряд в одном и том же месте.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onLongPress</a:t>
            </a:r>
          </a:p>
          <a:p>
            <a:r>
              <a:rPr lang="ru-RU" b="0" dirty="0">
                <a:solidFill>
                  <a:schemeClr val="tx1"/>
                </a:solidFill>
              </a:rPr>
              <a:t>Указатель удерживался на месте в течение длительного периода времени.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Вертикальное перетаскивание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onVerticalDragStart/Update/End отслеживают движение указателя по вертикали.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Горизонтальное перетаскивание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onHorizontalDragStart/Update/End отслеживают движение указателя по горизонтали.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22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9,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Pan-жест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onPanStart / onPanUpdate / onPanEnd</a:t>
            </a:r>
          </a:p>
          <a:p>
            <a:pPr>
              <a:spcAft>
                <a:spcPts val="600"/>
              </a:spcAft>
            </a:pPr>
            <a:r>
              <a:rPr lang="ru-RU" dirty="0"/>
              <a:t>Отслеживают свободное перемещение указателя в любом направлении — по вертикали и по горизонтали.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Конфликт с Drag</a:t>
            </a:r>
          </a:p>
          <a:p>
            <a:pPr>
              <a:spcAft>
                <a:spcPts val="600"/>
              </a:spcAft>
            </a:pPr>
            <a:r>
              <a:rPr lang="ru-RU" dirty="0"/>
              <a:t>Pan аварийно завершается, если одновременно заданы onVerticalDrag*/onHorizontalDrag* колбэки.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Пример: кастомная кнопка</a:t>
            </a:r>
          </a:p>
          <a:p>
            <a:pPr>
              <a:spcAft>
                <a:spcPts val="600"/>
              </a:spcAft>
            </a:pPr>
            <a:r>
              <a:rPr lang="ru-RU" dirty="0"/>
              <a:t>GestureDetector оборачивает Container и через onTap показывает SnackBar — простой способ сделать свою кнопку.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23</a:t>
            </a:fld>
            <a:endParaRPr lang="ru-RU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9,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Три уровня взаимодействия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Указатели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Необработанные события касания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PointerDown/Move/Up/Cancel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Работают через виджет Listener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Жесты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Семантические действия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Tap, LongPress, Drag, Pan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Собираются GestureDetector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Формы и поля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Form, TextField, Dropdown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Валидация и форматирование ввода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SnackBar и AlertDialog для обратной связи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24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9,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25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Домашнее задание</a:t>
            </a:r>
          </a:p>
          <a:p>
            <a:r>
              <a:rPr lang="ru-RU" dirty="0"/>
              <a:t>CineTrack: поиск, форма, жесты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Задание 9: интерактивность CineTrack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9,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Что реализовать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SearchScreen: TextField с onChanged, фильтрация mockMovies в реальном времени через setState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AddMovieScreen: Form с GlobalKey&lt;FormState&gt;, поля Название/Год/Описание/Рейтинг с validator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FloatingActionButton на HomeScreen открывает AddMovieScreen и добавляет фильм в список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AlertDialog для подтверждения перед удалением фильма в confirmDismiss у Dismissible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GestureDetector с onDoubleTap на MovieCard — добавление в избранное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Контекст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Продолжение работы с формами, диалогами и жестами из Лекции 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Поиск и форма используют TextEditingController и валидацию TextFormField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Добавление фильма показывает SnackBar через ScaffoldMessenger после успешной валидации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Двойной тап на карточке — первый шаг к избранному, до появления полноценного состояния приложения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26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неофлекс 2025">
  <a:themeElements>
    <a:clrScheme name="Neoflex">
      <a:dk1>
        <a:srgbClr val="140032"/>
      </a:dk1>
      <a:lt1>
        <a:srgbClr val="FFFFFF"/>
      </a:lt1>
      <a:dk2>
        <a:srgbClr val="46006E"/>
      </a:dk2>
      <a:lt2>
        <a:srgbClr val="FFFFFF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FFA019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неофлекс 2025" id="{173D98FC-B62A-4B4C-8EA7-D46FA3AEE8A7}" vid="{7CFBC142-695B-434E-8C7F-14A948D34D3A}"/>
    </a:ext>
  </a:extLst>
</a:theme>
</file>

<file path=ppt/theme/theme2.xml><?xml version="1.0" encoding="utf-8"?>
<a:theme xmlns:a="http://schemas.openxmlformats.org/drawingml/2006/main" name="неофлекс 2026-3">
  <a:themeElements>
    <a:clrScheme name="Другая 6">
      <a:dk1>
        <a:srgbClr val="140032"/>
      </a:dk1>
      <a:lt1>
        <a:srgbClr val="FFFFFF"/>
      </a:lt1>
      <a:dk2>
        <a:srgbClr val="460F64"/>
      </a:dk2>
      <a:lt2>
        <a:srgbClr val="BA9CF6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821464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flat" cmpd="sng" algn="ctr">
          <a:solidFill>
            <a:schemeClr val="accent4"/>
          </a:solidFill>
          <a:prstDash val="solid"/>
          <a:round/>
          <a:headEnd type="none" w="med" len="med"/>
          <a:tailEnd type="triangle" w="med" len="med"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неофлекс 2026-3" id="{F397E552-D672-41D1-9AB2-A15B879DD96D}" vid="{834CE028-435E-44C8-8A32-D3FA756AF255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неофлекс 2025</Template>
  <TotalTime>4796</TotalTime>
  <Words>1483</Words>
  <Application>Microsoft Macintosh PowerPoint</Application>
  <PresentationFormat>Widescreen</PresentationFormat>
  <Paragraphs>244</Paragraphs>
  <Slides>26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Franklin Gothic Book</vt:lpstr>
      <vt:lpstr>Roboto</vt:lpstr>
      <vt:lpstr>Segoe UI</vt:lpstr>
      <vt:lpstr>Segoe UI Black</vt:lpstr>
      <vt:lpstr>неофлекс 2025</vt:lpstr>
      <vt:lpstr>неофлекс 2026-3</vt:lpstr>
      <vt:lpstr>PowerPoint Presentation</vt:lpstr>
      <vt:lpstr>План лекции</vt:lpstr>
      <vt:lpstr>PowerPoint Presentation</vt:lpstr>
      <vt:lpstr>Form — контейнер для полей ввода</vt:lpstr>
      <vt:lpstr>Параметры TextField</vt:lpstr>
      <vt:lpstr>TextField vs TextFormField</vt:lpstr>
      <vt:lpstr>InputDecoration: стилизация полей</vt:lpstr>
      <vt:lpstr>Встроенные TextInputFormatter</vt:lpstr>
      <vt:lpstr>Свой TextInputFormatter</vt:lpstr>
      <vt:lpstr>TextEditingController</vt:lpstr>
      <vt:lpstr>Валидация форм</vt:lpstr>
      <vt:lpstr>PowerPoint Presentation</vt:lpstr>
      <vt:lpstr>DropdownButton</vt:lpstr>
      <vt:lpstr>DropdownButtonFormField</vt:lpstr>
      <vt:lpstr>PowerPoint Presentation</vt:lpstr>
      <vt:lpstr>Управление фокусом</vt:lpstr>
      <vt:lpstr>SnackBar</vt:lpstr>
      <vt:lpstr>AlertDialog</vt:lpstr>
      <vt:lpstr>PowerPoint Presentation</vt:lpstr>
      <vt:lpstr>Слой указателей (Pointers)</vt:lpstr>
      <vt:lpstr>Тап-события GestureDetector</vt:lpstr>
      <vt:lpstr>Другие распознаваемые жесты</vt:lpstr>
      <vt:lpstr>Pan-жест</vt:lpstr>
      <vt:lpstr>Три уровня взаимодействия</vt:lpstr>
      <vt:lpstr>PowerPoint Presentation</vt:lpstr>
      <vt:lpstr>Задание 9: интерактивность CineTrack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Kobzeva, Natalia</dc:creator>
  <cp:lastModifiedBy>Microsoft Office User</cp:lastModifiedBy>
  <cp:revision>350</cp:revision>
  <dcterms:created xsi:type="dcterms:W3CDTF">2025-10-28T11:38:48Z</dcterms:created>
  <dcterms:modified xsi:type="dcterms:W3CDTF">2026-09-03T07:08:51Z</dcterms:modified>
</cp:coreProperties>
</file>