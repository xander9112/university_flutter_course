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23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7.png"/><Relationship Id="rId11" Type="http://schemas.openxmlformats.org/officeDocument/2006/relationships/image" Target="../media/image32.svg"/><Relationship Id="rId5" Type="http://schemas.openxmlformats.org/officeDocument/2006/relationships/image" Target="../media/image36.svg"/><Relationship Id="rId10" Type="http://schemas.openxmlformats.org/officeDocument/2006/relationships/image" Target="../media/image31.png"/><Relationship Id="rId4" Type="http://schemas.openxmlformats.org/officeDocument/2006/relationships/image" Target="../media/image35.png"/><Relationship Id="rId9" Type="http://schemas.openxmlformats.org/officeDocument/2006/relationships/image" Target="../media/image30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17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Генерация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кода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build_runner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Зачем нужна кодогенерация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Команды build и watch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dev_dependencies и конфликты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Freezed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Дата-классы без боилерплейта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Union-типы для BLoC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Pattern-matching через .when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Сетевые клиенты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Retrofit поверх Dio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Chopper поверх http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Домашнее задание CineTrack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build_runner: как это работает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Что это</a:t>
            </a:r>
          </a:p>
          <a:p>
            <a:pPr>
              <a:spcAft>
                <a:spcPts val="600"/>
              </a:spcAft>
            </a:pPr>
            <a:r>
              <a:rPr lang="ru-RU" dirty="0"/>
              <a:t>Dart-пакет, который генерирует код внутри .dart-файлов по аннотациям — экономит время и уменьшает число ошибок в шаблонном коде.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build vs watch</a:t>
            </a:r>
          </a:p>
          <a:p>
            <a:pPr>
              <a:spcAft>
                <a:spcPts val="600"/>
              </a:spcAft>
            </a:pPr>
            <a:r>
              <a:rPr lang="ru-RU" dirty="0"/>
              <a:t>build создаёт файлы один раз; watch следит за изменениями и перегенерирует их автоматически при каждом сохранении.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Подключение</a:t>
            </a:r>
          </a:p>
          <a:p>
            <a:pPr>
              <a:spcAft>
                <a:spcPts val="600"/>
              </a:spcAft>
            </a:pPr>
            <a:r>
              <a:rPr lang="ru-RU" dirty="0"/>
              <a:t>Пакет добавляется в dev_dependencies pubspec.yaml; при конфликте файлов используйте флаг --delete-conflicting-outputs.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3</a:t>
            </a:fld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17,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Freezed</a:t>
            </a:r>
          </a:p>
          <a:p>
            <a:r>
              <a:rPr lang="ru-RU" dirty="0"/>
              <a:t>Генерация дата-классов и union-типов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Freezed: до и после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Вручную (боилерплейт)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Конструктор с required-полями для каждого свойства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Ручной fromJson с маппингом ключей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toString, copyWith — пишутся руками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operator == и hashCode — легко забыть или ошибиться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С аннотацией @freezed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const factory User({...}) = _User — вместо конструктора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part 'user.freezed.dart' и part 'user.g.dart' — генерируемые части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fromJson/toJson, copyWith, toString, ==, hashCode — генерируются сами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Меньше кода, меньше мест для ошибки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Подключение Freezed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Зависимости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freezed_annotation, json_annotation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dev: build_runner, freezed, json_serializable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Структура файла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@freezed над классом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const factory ClassName({...}) = _ClassName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part 'x.freezed.dart' и part 'x.g.dart'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Генерация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flutter pub run build_runner build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Рядом появляются user.freezed.dart и user.g.dart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Файлы содержат fromJson/toJson, copyWith, toString, ==, hashCode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6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17,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7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Freezed + BLoC</a:t>
            </a:r>
          </a:p>
          <a:p>
            <a:r>
              <a:rPr lang="ru-RU" dirty="0"/>
              <a:t>Union-типы для событий и состояний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Что такое union-класс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Идея</a:t>
            </a:r>
          </a:p>
          <a:p>
            <a:pPr>
              <a:spcAft>
                <a:spcPts val="600"/>
              </a:spcAft>
            </a:pPr>
            <a:r>
              <a:rPr lang="ru-RU" dirty="0"/>
              <a:t>Один класс с фиксированным набором подклассов — несколько вариантов данных объединены в общий тип.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В чистом Dart</a:t>
            </a:r>
          </a:p>
          <a:p>
            <a:pPr>
              <a:spcAft>
                <a:spcPts val="600"/>
              </a:spcAft>
            </a:pPr>
            <a:r>
              <a:rPr lang="ru-RU" dirty="0"/>
              <a:t>Нет встроенной поддержки: нужно вручную писать abstract class и подклассы, добавлять равенство и приведение типов.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 Freezed</a:t>
            </a:r>
          </a:p>
          <a:p>
            <a:pPr>
              <a:spcAft>
                <a:spcPts val="600"/>
              </a:spcAft>
            </a:pPr>
            <a:r>
              <a:rPr lang="ru-RU" dirty="0"/>
              <a:t>Union-класс генерируется по нескольким const factory-конструкторам одной аннотацией @freezed.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CounterEvent: чистый Dart vs Freezed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Чистый Dart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abstract class CounterEvent {} + два подкласса-наследника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У каждого подкласса свой конструктор и поле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Не определён operator == — нужно дописывать вручную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При росте числа событий код становится громоздким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С Freezed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@freezed class CounterEvent with _$CounterEvent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const factory .incremented(int) / .decremented(int)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operator ==, copyWith, toString — генерируются автоматически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Один компактный класс вместо иерархии наследования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9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Pattern-matching: event.when(...)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Как выглядит</a:t>
            </a:r>
          </a:p>
          <a:p>
            <a:pPr>
              <a:spcAft>
                <a:spcPts val="600"/>
              </a:spcAft>
            </a:pPr>
            <a:r>
              <a:rPr lang="ru-RU" dirty="0"/>
              <a:t>event.when(incremented: (n) =&gt; emit(state + n), decremented: (n) =&gt; emit(state - n)) — обработка каждого варианта события.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Полнота проверки</a:t>
            </a:r>
          </a:p>
          <a:p>
            <a:pPr>
              <a:spcAft>
                <a:spcPts val="600"/>
              </a:spcAft>
            </a:pPr>
            <a:r>
              <a:rPr lang="ru-RU" dirty="0"/>
              <a:t>Компилятор заставляет обработать каждый возможный вариант — забыть или проигнорировать тип события нельзя.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Читаемость</a:t>
            </a:r>
          </a:p>
          <a:p>
            <a:pPr>
              <a:spcAft>
                <a:spcPts val="600"/>
              </a:spcAft>
            </a:pPr>
            <a:r>
              <a:rPr lang="ru-RU" dirty="0"/>
              <a:t>Вместо приведений типов и if/else по типу — явная, декларативная конструкция для каждого случая.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10</a:t>
            </a:fld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DataState: загрузка данных через Freezed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Состояния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DataState.initial(bool isLoading)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DataState.error(String message, bool isLoading)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DataState.success(Data data, bool isLoading)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У каждого состояния есть общее поле isLoading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BlocBuilder + when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state.isLoading доступен без знания конкретного подтипа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state.when(initial:.., error:.., success:..) — по одному билдеру на вариант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Индикатор загрузки показывается независимо от подтипа состояния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17,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12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Retrofit</a:t>
            </a:r>
          </a:p>
          <a:p>
            <a:r>
              <a:rPr lang="ru-RU" dirty="0"/>
              <a:t>Кодогенерация REST-клиентов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Retrofit: клиент для REST API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Назначение</a:t>
            </a:r>
          </a:p>
          <a:p>
            <a:pPr>
              <a:spcAft>
                <a:spcPts val="600"/>
              </a:spcAft>
            </a:pPr>
            <a:r>
              <a:rPr lang="ru-RU" dirty="0"/>
              <a:t>Генерирует готовую реализацию класса для похода в REST API — вместо ручного написания HTTP-запросов.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Тестовый сервер</a:t>
            </a:r>
          </a:p>
          <a:p>
            <a:pPr>
              <a:spcAft>
                <a:spcPts val="600"/>
              </a:spcAft>
            </a:pPr>
            <a:r>
              <a:rPr lang="ru-RU" dirty="0"/>
              <a:t>Пример в лекции — публичный gorest.co.in, ресурс /public/v2/users для GET-запросов.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Аннотации</a:t>
            </a:r>
          </a:p>
          <a:p>
            <a:pPr>
              <a:spcAft>
                <a:spcPts val="600"/>
              </a:spcAft>
            </a:pPr>
            <a:r>
              <a:rPr lang="ru-RU" dirty="0"/>
              <a:t>@RestApi(baseUrl) на классе, @GET('/path') на методах — Retrofit сам генерирует тело запроса.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Подключение Retrofit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Runtime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dio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retrofit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freezed_annotation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json_annotation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Dev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build_runner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freezed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retrofit_generator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json_serializable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Шаги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Freezed-класс User с fromJson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Абстрактный класс с @RestApi и @GET-методами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flutter pub run build_runner build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14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UserRemoteDatasource: аннотации и генерация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мы пишем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@RestApi(baseUrl: 'https://gorest.co.in/public/v2')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factory UserRemoteDatasource(Dio dio, {String baseUrl}) = _UserRemoteDatasource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@GET('/users') Future&lt;List&lt;User&gt;&gt; getUsers()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@GET('/users/{id}') Future&lt;User&gt; getUser(@Path() int id)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Что генерирует Retrofit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Полную реализацию _UserRemoteDatasource в user_remote_datasource.g.dart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GET-запрос на /users с парсингом JSON-массива в List&lt;User&gt;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GET-запрос на /users/{id} с подстановкой параметра пути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Готовый к использованию класс — без единой строчки http-кода вручную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15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Экран на сгенерированном клиенте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FutureBuilder работает с датасорсом, чью реализацию целиком сгенерировал Retrofit.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Инициализация</a:t>
            </a:r>
          </a:p>
          <a:p>
            <a:r>
              <a:rPr lang="ru-RU" sz="1600" dirty="0"/>
              <a:t>initState создаёт UserRemoteDatasource(Dio()) и сохраняет Future&lt;List&lt;User&gt;&gt; в result.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Loading</a:t>
            </a:r>
          </a:p>
          <a:p>
            <a:r>
              <a:rPr lang="ru-RU" b="0" dirty="0">
                <a:solidFill>
                  <a:schemeClr val="tx1"/>
                </a:solidFill>
              </a:rPr>
              <a:t>Пока future не завершён — CircularProgressIndicator по центру экрана.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Success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snapshot.data — список User, для каждого рендерится Card с id, email, name, gender, status.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Error + Retry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snapshot.hasError — текст ошибки и кнопка Retry, повторно вызывающая getUsers().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17,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17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Chopper</a:t>
            </a:r>
          </a:p>
          <a:p>
            <a:r>
              <a:rPr lang="ru-RU" dirty="0"/>
              <a:t>Аналог Retrofit на пакете http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Chopper: альтернатива на http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Отличие от Retrofit</a:t>
            </a:r>
          </a:p>
          <a:p>
            <a:pPr>
              <a:spcAft>
                <a:spcPts val="600"/>
              </a:spcAft>
            </a:pPr>
            <a:r>
              <a:rPr lang="ru-RU" dirty="0"/>
              <a:t>Полный аналог Retrofit, но вместо Dio использует пакет http для сетевых запросов.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Аннотации</a:t>
            </a:r>
          </a:p>
          <a:p>
            <a:pPr>
              <a:spcAft>
                <a:spcPts val="600"/>
              </a:spcAft>
            </a:pPr>
            <a:r>
              <a:rPr lang="ru-RU" dirty="0"/>
              <a:t>@ChopperApi(baseUrl) на классе, @Get(path:) на методах — вместо @RestApi и @GET.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Клиент</a:t>
            </a:r>
          </a:p>
          <a:p>
            <a:pPr>
              <a:spcAft>
                <a:spcPts val="600"/>
              </a:spcAft>
            </a:pPr>
            <a:r>
              <a:rPr lang="ru-RU" dirty="0"/>
              <a:t>UserRemoteDatasource.create(ChopperClient(converter: JsonConverter())) — фабрика вместо конструктора.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18</a:t>
            </a:fld>
            <a:endParaRPr lang="ru-RU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Retrofit и Chopper: сравнение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Retrofit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Сетевой слой — Dio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abstract class + factory _ClassName(Dio dio)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Методы возвращают Future&lt;T&gt; напрямую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Ошибка — через try/catch или DioException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Chopper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Сетевой слой — http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extends ChopperService, фабрика .create(client)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Методы возвращают Future&lt;Response&lt;T&gt;&gt;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Успех проверяется через response.isSuccessful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19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Домашнее задание: кодогенерация в CineTrack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Добавить freezed, retrofit, build_runner, dio и генераторы в pubspec.yaml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Переписать Movie entity как @freezed класс с геттерами year и posterUrl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Переписать MovieDto как @freezed + @JsonSerializable(fieldRename: snake)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Перевести MoviesEvent и MoviesState на Freezed union-типы, BLoC — на .when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Retrofit-клиент MovieApiClient с @GET для popular и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Запустить build_runner build --delete-conflicting-outputs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 CineTrack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Ручные copyWith/==/hashCode/fromJson и HTTP-клиент заменяются кодогенерацией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MovieRemoteDataSourceImpl теперь работает через сгенерированный MovieApiClient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MovieListResponse (Freezed) оборачивает ответ TMDB с results и total_pages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Приложение должно компилироваться и работать после генерации *.freezed.dart и *.g.dart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20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1332</Words>
  <Application>Microsoft Macintosh PowerPoint</Application>
  <PresentationFormat>Widescreen</PresentationFormat>
  <Paragraphs>204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build_runner: как это работает</vt:lpstr>
      <vt:lpstr>PowerPoint Presentation</vt:lpstr>
      <vt:lpstr>Freezed: до и после</vt:lpstr>
      <vt:lpstr>Подключение Freezed</vt:lpstr>
      <vt:lpstr>PowerPoint Presentation</vt:lpstr>
      <vt:lpstr>Что такое union-класс</vt:lpstr>
      <vt:lpstr>CounterEvent: чистый Dart vs Freezed</vt:lpstr>
      <vt:lpstr>Pattern-matching: event.when(...)</vt:lpstr>
      <vt:lpstr>DataState: загрузка данных через Freezed</vt:lpstr>
      <vt:lpstr>PowerPoint Presentation</vt:lpstr>
      <vt:lpstr>Retrofit: клиент для REST API</vt:lpstr>
      <vt:lpstr>Подключение Retrofit</vt:lpstr>
      <vt:lpstr>UserRemoteDatasource: аннотации и генерация</vt:lpstr>
      <vt:lpstr>Экран на сгенерированном клиенте</vt:lpstr>
      <vt:lpstr>PowerPoint Presentation</vt:lpstr>
      <vt:lpstr>Chopper: альтернатива на http</vt:lpstr>
      <vt:lpstr>Retrofit и Chopper: сравнение</vt:lpstr>
      <vt:lpstr>Домашнее задание: кодогенерация в CineTrack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2026-09-03T07:12:54Z</dcterms:modified>
</cp:coreProperties>
</file>