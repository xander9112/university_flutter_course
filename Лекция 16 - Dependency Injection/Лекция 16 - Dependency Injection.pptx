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92" r:id="rId2"/>
  </p:sldMasterIdLst>
  <p:notesMasterIdLst>
    <p:notesMasterId r:id="rId21"/>
  </p:notesMasterIdLst>
  <p:sldIdLst>
    <p:sldId id="277" r:id="rId3"/>
    <p:sldId id="278" r:id="rId4"/>
    <p:sldId id="279" r:id="rId5"/>
    <p:sldId id="280" r:id="rId6"/>
    <p:sldId id="281" r:id="rId7"/>
    <p:sldId id="282" r:id="rId8"/>
    <p:sldId id="283" r:id="rId9"/>
    <p:sldId id="284" r:id="rId10"/>
    <p:sldId id="285" r:id="rId11"/>
    <p:sldId id="286" r:id="rId12"/>
    <p:sldId id="287" r:id="rId13"/>
    <p:sldId id="288" r:id="rId14"/>
    <p:sldId id="289" r:id="rId15"/>
    <p:sldId id="290" r:id="rId16"/>
    <p:sldId id="291" r:id="rId17"/>
    <p:sldId id="292" r:id="rId18"/>
    <p:sldId id="293" r:id="rId19"/>
    <p:sldId id="294" r:id="rId2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68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7F0AE"/>
    <a:srgbClr val="FFCC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Средний стиль 2 — акцент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ABFCF23-3B69-468F-B69F-88F6DE6A72F2}" styleName="Средний стиль 1 — акцент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793D81CF-94F2-401A-BA57-92F5A7B2D0C5}" styleName="Средний стиль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84" autoAdjust="0"/>
    <p:restoredTop sz="96405" autoAdjust="0"/>
  </p:normalViewPr>
  <p:slideViewPr>
    <p:cSldViewPr snapToGrid="0" showGuides="1">
      <p:cViewPr varScale="1">
        <p:scale>
          <a:sx n="131" d="100"/>
          <a:sy n="131" d="100"/>
        </p:scale>
        <p:origin x="416" y="184"/>
      </p:cViewPr>
      <p:guideLst>
        <p:guide orient="horz" pos="2137"/>
        <p:guide pos="368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836A41-8A82-4A63-A644-1300ED3C4BD0}" type="datetimeFigureOut">
              <a:rPr lang="ru-RU" smtClean="0"/>
              <a:t>03.09.2026</a:t>
            </a:fld>
            <a:endParaRPr lang="ru-RU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 dirty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8D93F3-FD71-4611-A070-2878D5BCF59B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318516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8D93F3-FD71-4611-A070-2878D5BCF59B}" type="slidenum">
              <a:rPr lang="ru-RU" smtClean="0"/>
              <a:t>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631800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8D93F3-FD71-4611-A070-2878D5BCF59B}" type="slidenum">
              <a:rPr lang="ru-RU" smtClean="0"/>
              <a:t>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094671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image" Target="../media/image5.svg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7.png"/><Relationship Id="rId5" Type="http://schemas.openxmlformats.org/officeDocument/2006/relationships/image" Target="../media/image16.png"/><Relationship Id="rId4" Type="http://schemas.openxmlformats.org/officeDocument/2006/relationships/image" Target="../media/image14.png"/></Relationships>
</file>

<file path=ppt/slideLayouts/_rels/slideLayout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3.png"/><Relationship Id="rId7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7.png"/><Relationship Id="rId5" Type="http://schemas.openxmlformats.org/officeDocument/2006/relationships/image" Target="../media/image16.png"/><Relationship Id="rId4" Type="http://schemas.openxmlformats.org/officeDocument/2006/relationships/image" Target="../media/image14.png"/></Relationships>
</file>

<file path=ppt/slideLayouts/_rels/slideLayout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3.png"/><Relationship Id="rId7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7.png"/><Relationship Id="rId5" Type="http://schemas.openxmlformats.org/officeDocument/2006/relationships/image" Target="../media/image16.png"/><Relationship Id="rId4" Type="http://schemas.openxmlformats.org/officeDocument/2006/relationships/image" Target="../media/image14.png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6.png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2.xml"/></Relationships>
</file>

<file path=ppt/slideLayouts/_rels/slideLayout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2.xml"/></Relationships>
</file>

<file path=ppt/slideLayouts/_rels/slideLayout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8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3.png"/><Relationship Id="rId7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7.png"/><Relationship Id="rId5" Type="http://schemas.openxmlformats.org/officeDocument/2006/relationships/image" Target="../media/image16.png"/><Relationship Id="rId10" Type="http://schemas.openxmlformats.org/officeDocument/2006/relationships/image" Target="../media/image5.svg"/><Relationship Id="rId4" Type="http://schemas.openxmlformats.org/officeDocument/2006/relationships/image" Target="../media/image14.png"/><Relationship Id="rId9" Type="http://schemas.openxmlformats.org/officeDocument/2006/relationships/image" Target="../media/image4.png"/></Relationships>
</file>

<file path=ppt/slideLayouts/_rels/slideLayout8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3.png"/><Relationship Id="rId7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7.png"/><Relationship Id="rId5" Type="http://schemas.openxmlformats.org/officeDocument/2006/relationships/image" Target="../media/image16.png"/><Relationship Id="rId4" Type="http://schemas.openxmlformats.org/officeDocument/2006/relationships/image" Target="../media/image14.png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55AF1842-8A0B-4BD5-9271-40C00180DEC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60000">
                <a:schemeClr val="tx2"/>
              </a:gs>
              <a:gs pos="6000">
                <a:srgbClr val="B32A7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2E29745E-883E-4D68-8AA0-4269C501B433}"/>
              </a:ext>
            </a:extLst>
          </p:cNvPr>
          <p:cNvGrpSpPr/>
          <p:nvPr/>
        </p:nvGrpSpPr>
        <p:grpSpPr>
          <a:xfrm>
            <a:off x="4154273" y="0"/>
            <a:ext cx="8037728" cy="6858000"/>
            <a:chOff x="4154273" y="0"/>
            <a:chExt cx="8037728" cy="6858000"/>
          </a:xfrm>
        </p:grpSpPr>
        <p:pic>
          <p:nvPicPr>
            <p:cNvPr id="15" name="Рисунок 14">
              <a:extLst>
                <a:ext uri="{FF2B5EF4-FFF2-40B4-BE49-F238E27FC236}">
                  <a16:creationId xmlns:a16="http://schemas.microsoft.com/office/drawing/2014/main" id="{5B2D6EE1-B88A-4B76-B19A-D3034FBC158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print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0263" r="10997" b="9232"/>
            <a:stretch/>
          </p:blipFill>
          <p:spPr>
            <a:xfrm>
              <a:off x="4154273" y="0"/>
              <a:ext cx="8037728" cy="6858000"/>
            </a:xfrm>
            <a:prstGeom prst="rect">
              <a:avLst/>
            </a:prstGeom>
            <a:effectLst/>
          </p:spPr>
        </p:pic>
        <p:pic>
          <p:nvPicPr>
            <p:cNvPr id="32" name="Рисунок 31">
              <a:extLst>
                <a:ext uri="{FF2B5EF4-FFF2-40B4-BE49-F238E27FC236}">
                  <a16:creationId xmlns:a16="http://schemas.microsoft.com/office/drawing/2014/main" id="{6A1B717A-6C57-4C77-81E1-FA8AD40AB2B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alphaModFix amt="8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2171" r="26427"/>
            <a:stretch/>
          </p:blipFill>
          <p:spPr>
            <a:xfrm>
              <a:off x="8090553" y="0"/>
              <a:ext cx="4101447" cy="5273598"/>
            </a:xfrm>
            <a:prstGeom prst="rect">
              <a:avLst/>
            </a:prstGeom>
            <a:effectLst/>
          </p:spPr>
        </p:pic>
      </p:grpSp>
      <p:sp>
        <p:nvSpPr>
          <p:cNvPr id="3" name="Текст 2">
            <a:extLst>
              <a:ext uri="{FF2B5EF4-FFF2-40B4-BE49-F238E27FC236}">
                <a16:creationId xmlns:a16="http://schemas.microsoft.com/office/drawing/2014/main" id="{DA24F066-F5F9-487F-8D55-1A2FF5767B2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370" y="2531106"/>
            <a:ext cx="7205794" cy="133525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4400" kern="700" spc="130" baseline="0" dirty="0">
                <a:solidFill>
                  <a:schemeClr val="bg2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НАЗВАНИЕ ПРЕЗЕНТАЦИИ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1CB0FE6E-7C4D-4656-B010-5204091B08A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55370" y="4059000"/>
            <a:ext cx="7205663" cy="91440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400" kern="1200" dirty="0" smtClean="0">
                <a:solidFill>
                  <a:schemeClr val="bg2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</a:lstStyle>
          <a:p>
            <a:pPr marL="0" indent="0">
              <a:spcBef>
                <a:spcPts val="0"/>
              </a:spcBef>
              <a:buNone/>
            </a:pPr>
            <a:r>
              <a:rPr lang="ru-RU" sz="2400" dirty="0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Подзаголовок с расширенным описанием темы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2400" dirty="0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И введением в курс презентации </a:t>
            </a:r>
            <a:endParaRPr lang="en-US" sz="2400" dirty="0">
              <a:solidFill>
                <a:schemeClr val="bg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3" name="Text Placeholder 2">
            <a:extLst>
              <a:ext uri="{FF2B5EF4-FFF2-40B4-BE49-F238E27FC236}">
                <a16:creationId xmlns:a16="http://schemas.microsoft.com/office/drawing/2014/main" id="{81350D7D-6A17-44DA-BDB4-81AA6F04263E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8241564" y="6174000"/>
            <a:ext cx="3170583" cy="71224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400" b="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34" name="Text Placeholder 2">
            <a:extLst>
              <a:ext uri="{FF2B5EF4-FFF2-40B4-BE49-F238E27FC236}">
                <a16:creationId xmlns:a16="http://schemas.microsoft.com/office/drawing/2014/main" id="{EE4E546E-C2D2-4CC2-8451-349E2F38457F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241564" y="5600714"/>
            <a:ext cx="3170583" cy="71224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800" b="1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ИМЯ СПИКЕРА</a:t>
            </a: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6E17987C-44A9-4D5E-A48B-A199B3F69D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2E05A67-0DBA-4D3B-8D25-BA8690EEF89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000" y="159020"/>
            <a:ext cx="3341292" cy="2179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3199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55AF1842-8A0B-4BD5-9271-40C00180DEC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60000">
                <a:schemeClr val="tx2"/>
              </a:gs>
              <a:gs pos="6000">
                <a:srgbClr val="B32A7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grpSp>
        <p:nvGrpSpPr>
          <p:cNvPr id="17" name="Группа 16">
            <a:extLst>
              <a:ext uri="{FF2B5EF4-FFF2-40B4-BE49-F238E27FC236}">
                <a16:creationId xmlns:a16="http://schemas.microsoft.com/office/drawing/2014/main" id="{741A51FF-2DD6-4FE9-B2D2-5B4355B22756}"/>
              </a:ext>
            </a:extLst>
          </p:cNvPr>
          <p:cNvGrpSpPr/>
          <p:nvPr/>
        </p:nvGrpSpPr>
        <p:grpSpPr>
          <a:xfrm>
            <a:off x="4154273" y="0"/>
            <a:ext cx="8037728" cy="6858000"/>
            <a:chOff x="4154273" y="0"/>
            <a:chExt cx="8037728" cy="6858000"/>
          </a:xfrm>
        </p:grpSpPr>
        <p:pic>
          <p:nvPicPr>
            <p:cNvPr id="18" name="Рисунок 17">
              <a:extLst>
                <a:ext uri="{FF2B5EF4-FFF2-40B4-BE49-F238E27FC236}">
                  <a16:creationId xmlns:a16="http://schemas.microsoft.com/office/drawing/2014/main" id="{042A8896-1CE3-4C38-A49B-19474988020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print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0263" r="10997" b="9232"/>
            <a:stretch/>
          </p:blipFill>
          <p:spPr>
            <a:xfrm>
              <a:off x="4154273" y="0"/>
              <a:ext cx="8037728" cy="6858000"/>
            </a:xfrm>
            <a:prstGeom prst="rect">
              <a:avLst/>
            </a:prstGeom>
            <a:effectLst/>
          </p:spPr>
        </p:pic>
        <p:pic>
          <p:nvPicPr>
            <p:cNvPr id="19" name="Рисунок 18">
              <a:extLst>
                <a:ext uri="{FF2B5EF4-FFF2-40B4-BE49-F238E27FC236}">
                  <a16:creationId xmlns:a16="http://schemas.microsoft.com/office/drawing/2014/main" id="{C5A54A4D-72B8-4264-9FDE-D0D03756C00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alphaModFix amt="8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2171" r="26427"/>
            <a:stretch/>
          </p:blipFill>
          <p:spPr>
            <a:xfrm>
              <a:off x="8090553" y="0"/>
              <a:ext cx="4101447" cy="5273598"/>
            </a:xfrm>
            <a:prstGeom prst="rect">
              <a:avLst/>
            </a:prstGeom>
            <a:effectLst/>
          </p:spPr>
        </p:pic>
      </p:grpSp>
      <p:sp>
        <p:nvSpPr>
          <p:cNvPr id="3" name="Текст 2">
            <a:extLst>
              <a:ext uri="{FF2B5EF4-FFF2-40B4-BE49-F238E27FC236}">
                <a16:creationId xmlns:a16="http://schemas.microsoft.com/office/drawing/2014/main" id="{DA24F066-F5F9-487F-8D55-1A2FF5767B2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86000" y="2486735"/>
            <a:ext cx="5034824" cy="133525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3600" kern="700" spc="130" baseline="0" dirty="0">
                <a:solidFill>
                  <a:schemeClr val="bg2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СПАСИБО </a:t>
            </a:r>
            <a:br>
              <a:rPr lang="ru-RU" dirty="0"/>
            </a:br>
            <a:r>
              <a:rPr lang="ru-RU" dirty="0"/>
              <a:t>ЗА ВНИМАНИЕ</a:t>
            </a: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6E17987C-44A9-4D5E-A48B-A199B3F69D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13C8B690-B31E-4424-AA58-93210A746986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8241564" y="6174000"/>
            <a:ext cx="3170583" cy="71224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400" b="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33A96859-441E-4DFE-BEEB-BBF3874FB12C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241564" y="5600714"/>
            <a:ext cx="3170583" cy="71224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800" b="1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ИМЯ СПИКЕРА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A25DC1B7-1099-4802-A04C-3865D9749A0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000" y="159020"/>
            <a:ext cx="3341292" cy="2179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23812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55AF1842-8A0B-4BD5-9271-40C00180DEC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60000">
                <a:schemeClr val="tx2"/>
              </a:gs>
              <a:gs pos="6000">
                <a:srgbClr val="B32A7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5E27989-F29A-42EA-8A0D-88A0E86EEE28}"/>
              </a:ext>
            </a:extLst>
          </p:cNvPr>
          <p:cNvGrpSpPr/>
          <p:nvPr/>
        </p:nvGrpSpPr>
        <p:grpSpPr>
          <a:xfrm>
            <a:off x="4154273" y="0"/>
            <a:ext cx="8037728" cy="6858000"/>
            <a:chOff x="4154273" y="0"/>
            <a:chExt cx="8037728" cy="6858000"/>
          </a:xfrm>
        </p:grpSpPr>
        <p:pic>
          <p:nvPicPr>
            <p:cNvPr id="10" name="Рисунок 9">
              <a:extLst>
                <a:ext uri="{FF2B5EF4-FFF2-40B4-BE49-F238E27FC236}">
                  <a16:creationId xmlns:a16="http://schemas.microsoft.com/office/drawing/2014/main" id="{D4065751-6D3A-4153-B414-7F34FF9EFD3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print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0263" r="10997" b="9232"/>
            <a:stretch/>
          </p:blipFill>
          <p:spPr>
            <a:xfrm>
              <a:off x="4154273" y="0"/>
              <a:ext cx="8037728" cy="6858000"/>
            </a:xfrm>
            <a:prstGeom prst="rect">
              <a:avLst/>
            </a:prstGeom>
            <a:effectLst/>
          </p:spPr>
        </p:pic>
        <p:pic>
          <p:nvPicPr>
            <p:cNvPr id="11" name="Рисунок 10">
              <a:extLst>
                <a:ext uri="{FF2B5EF4-FFF2-40B4-BE49-F238E27FC236}">
                  <a16:creationId xmlns:a16="http://schemas.microsoft.com/office/drawing/2014/main" id="{B70C3511-A582-4572-98FE-CA9C7FB06C3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alphaModFix amt="8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2171" r="26427"/>
            <a:stretch/>
          </p:blipFill>
          <p:spPr>
            <a:xfrm>
              <a:off x="8090553" y="0"/>
              <a:ext cx="4101447" cy="5273598"/>
            </a:xfrm>
            <a:prstGeom prst="rect">
              <a:avLst/>
            </a:prstGeom>
            <a:effectLst/>
          </p:spPr>
        </p:pic>
      </p:grpSp>
      <p:sp>
        <p:nvSpPr>
          <p:cNvPr id="3" name="Текст 2">
            <a:extLst>
              <a:ext uri="{FF2B5EF4-FFF2-40B4-BE49-F238E27FC236}">
                <a16:creationId xmlns:a16="http://schemas.microsoft.com/office/drawing/2014/main" id="{DA24F066-F5F9-487F-8D55-1A2FF5767B2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91273" y="2486735"/>
            <a:ext cx="5574727" cy="133525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3600" kern="700" spc="130" baseline="0" dirty="0">
                <a:solidFill>
                  <a:schemeClr val="bg2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ПРОМЕЖУТОЧНЫЙ СЛАЙД</a:t>
            </a: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6E17987C-44A9-4D5E-A48B-A199B3F69D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1F3627AF-EDB1-4777-AEEC-A295E86FF38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000" y="159020"/>
            <a:ext cx="3341292" cy="2179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22560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55AF1842-8A0B-4BD5-9271-40C00180DEC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60000">
                <a:schemeClr val="tx2"/>
              </a:gs>
              <a:gs pos="6000">
                <a:srgbClr val="B32A7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5B2D6EE1-B88A-4B76-B19A-D3034FBC158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263" r="10997" b="9232"/>
          <a:stretch/>
        </p:blipFill>
        <p:spPr>
          <a:xfrm>
            <a:off x="4154273" y="0"/>
            <a:ext cx="8037728" cy="6858000"/>
          </a:xfrm>
          <a:prstGeom prst="rect">
            <a:avLst/>
          </a:prstGeom>
          <a:effectLst/>
        </p:spPr>
      </p:pic>
      <p:sp>
        <p:nvSpPr>
          <p:cNvPr id="3" name="Текст 2">
            <a:extLst>
              <a:ext uri="{FF2B5EF4-FFF2-40B4-BE49-F238E27FC236}">
                <a16:creationId xmlns:a16="http://schemas.microsoft.com/office/drawing/2014/main" id="{DA24F066-F5F9-487F-8D55-1A2FF5767B2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86000" y="2761746"/>
            <a:ext cx="5574727" cy="133525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3600" kern="700" spc="130" baseline="0" dirty="0">
                <a:solidFill>
                  <a:schemeClr val="bg2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КОНТАКТЫ</a:t>
            </a: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6E17987C-44A9-4D5E-A48B-A199B3F69D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8" name="TextBox 22">
            <a:extLst>
              <a:ext uri="{FF2B5EF4-FFF2-40B4-BE49-F238E27FC236}">
                <a16:creationId xmlns:a16="http://schemas.microsoft.com/office/drawing/2014/main" id="{8AB4F367-C9F1-40F8-9879-3D148ADF314D}"/>
              </a:ext>
            </a:extLst>
          </p:cNvPr>
          <p:cNvSpPr txBox="1"/>
          <p:nvPr/>
        </p:nvSpPr>
        <p:spPr>
          <a:xfrm>
            <a:off x="7716000" y="2323366"/>
            <a:ext cx="3499962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1219170" rtl="0" eaLnBrk="1" fontAlgn="auto" latinLnBrk="0" hangingPunct="1">
              <a:spcBef>
                <a:spcPts val="0"/>
              </a:spcBef>
              <a:spcAft>
                <a:spcPts val="1800"/>
              </a:spcAft>
              <a:buClrTx/>
              <a:buSzTx/>
              <a:buFontTx/>
              <a:buNone/>
              <a:tabLst/>
              <a:defRPr/>
            </a:pPr>
            <a:r>
              <a:rPr lang="pt-BR" sz="2400" b="1" dirty="0">
                <a:solidFill>
                  <a:schemeClr val="bg1"/>
                </a:solidFill>
                <a:ea typeface="Blogger Sans" pitchFamily="50" charset="0"/>
              </a:rPr>
              <a:t>+7 (495) 984-25-13 </a:t>
            </a:r>
          </a:p>
          <a:p>
            <a:pPr>
              <a:spcAft>
                <a:spcPts val="1800"/>
              </a:spcAft>
            </a:pPr>
            <a:r>
              <a:rPr lang="en-US" sz="2400" b="1" dirty="0">
                <a:solidFill>
                  <a:schemeClr val="bg1"/>
                </a:solidFill>
                <a:ea typeface="Blogger Sans" pitchFamily="50" charset="0"/>
              </a:rPr>
              <a:t>info</a:t>
            </a:r>
            <a:r>
              <a:rPr lang="pt-BR" sz="2400" b="1" dirty="0">
                <a:solidFill>
                  <a:schemeClr val="bg1"/>
                </a:solidFill>
                <a:ea typeface="Blogger Sans" pitchFamily="50" charset="0"/>
              </a:rPr>
              <a:t>@neoflex.ru  </a:t>
            </a:r>
          </a:p>
          <a:p>
            <a:pPr>
              <a:spcAft>
                <a:spcPts val="1800"/>
              </a:spcAft>
            </a:pPr>
            <a:r>
              <a:rPr lang="pt-BR" sz="2400" b="1" dirty="0">
                <a:solidFill>
                  <a:schemeClr val="bg1"/>
                </a:solidFill>
                <a:ea typeface="Blogger Sans" pitchFamily="50" charset="0"/>
              </a:rPr>
              <a:t>www.neoflex.ru</a:t>
            </a:r>
          </a:p>
        </p:txBody>
      </p:sp>
      <p:grpSp>
        <p:nvGrpSpPr>
          <p:cNvPr id="9" name="Google Shape;6126;p50">
            <a:extLst>
              <a:ext uri="{FF2B5EF4-FFF2-40B4-BE49-F238E27FC236}">
                <a16:creationId xmlns:a16="http://schemas.microsoft.com/office/drawing/2014/main" id="{DC1CCB8E-CD15-4C1D-A793-637A223DF18C}"/>
              </a:ext>
            </a:extLst>
          </p:cNvPr>
          <p:cNvGrpSpPr/>
          <p:nvPr/>
        </p:nvGrpSpPr>
        <p:grpSpPr>
          <a:xfrm>
            <a:off x="7114454" y="2340521"/>
            <a:ext cx="511546" cy="508848"/>
            <a:chOff x="-35853975" y="2631825"/>
            <a:chExt cx="293800" cy="292250"/>
          </a:xfrm>
          <a:solidFill>
            <a:schemeClr val="bg1"/>
          </a:solidFill>
        </p:grpSpPr>
        <p:sp>
          <p:nvSpPr>
            <p:cNvPr id="10" name="Google Shape;6127;p50">
              <a:extLst>
                <a:ext uri="{FF2B5EF4-FFF2-40B4-BE49-F238E27FC236}">
                  <a16:creationId xmlns:a16="http://schemas.microsoft.com/office/drawing/2014/main" id="{EBAADA26-B67B-4041-996B-A5A0837B5E5B}"/>
                </a:ext>
              </a:extLst>
            </p:cNvPr>
            <p:cNvSpPr/>
            <p:nvPr/>
          </p:nvSpPr>
          <p:spPr>
            <a:xfrm>
              <a:off x="-35813025" y="2701825"/>
              <a:ext cx="201675" cy="171925"/>
            </a:xfrm>
            <a:custGeom>
              <a:avLst/>
              <a:gdLst/>
              <a:ahLst/>
              <a:cxnLst/>
              <a:rect l="l" t="t" r="r" b="b"/>
              <a:pathLst>
                <a:path w="8067" h="6877" extrusionOk="0">
                  <a:moveTo>
                    <a:pt x="1765" y="824"/>
                  </a:moveTo>
                  <a:lnTo>
                    <a:pt x="2868" y="1643"/>
                  </a:lnTo>
                  <a:lnTo>
                    <a:pt x="2238" y="2462"/>
                  </a:lnTo>
                  <a:cubicBezTo>
                    <a:pt x="2112" y="2620"/>
                    <a:pt x="2143" y="2840"/>
                    <a:pt x="2301" y="2935"/>
                  </a:cubicBezTo>
                  <a:lnTo>
                    <a:pt x="5042" y="4983"/>
                  </a:lnTo>
                  <a:cubicBezTo>
                    <a:pt x="5108" y="5035"/>
                    <a:pt x="5179" y="5060"/>
                    <a:pt x="5246" y="5060"/>
                  </a:cubicBezTo>
                  <a:cubicBezTo>
                    <a:pt x="5341" y="5060"/>
                    <a:pt x="5428" y="5011"/>
                    <a:pt x="5483" y="4920"/>
                  </a:cubicBezTo>
                  <a:lnTo>
                    <a:pt x="6113" y="4100"/>
                  </a:lnTo>
                  <a:lnTo>
                    <a:pt x="7247" y="4920"/>
                  </a:lnTo>
                  <a:lnTo>
                    <a:pt x="6554" y="5739"/>
                  </a:lnTo>
                  <a:cubicBezTo>
                    <a:pt x="6348" y="6001"/>
                    <a:pt x="6042" y="6152"/>
                    <a:pt x="5735" y="6152"/>
                  </a:cubicBezTo>
                  <a:cubicBezTo>
                    <a:pt x="5525" y="6152"/>
                    <a:pt x="5315" y="6081"/>
                    <a:pt x="5136" y="5928"/>
                  </a:cubicBezTo>
                  <a:lnTo>
                    <a:pt x="1324" y="3061"/>
                  </a:lnTo>
                  <a:cubicBezTo>
                    <a:pt x="883" y="2714"/>
                    <a:pt x="757" y="2084"/>
                    <a:pt x="1135" y="1643"/>
                  </a:cubicBezTo>
                  <a:lnTo>
                    <a:pt x="1765" y="824"/>
                  </a:lnTo>
                  <a:close/>
                  <a:moveTo>
                    <a:pt x="1647" y="1"/>
                  </a:moveTo>
                  <a:cubicBezTo>
                    <a:pt x="1540" y="1"/>
                    <a:pt x="1435" y="63"/>
                    <a:pt x="1356" y="162"/>
                  </a:cubicBezTo>
                  <a:lnTo>
                    <a:pt x="537" y="1265"/>
                  </a:lnTo>
                  <a:cubicBezTo>
                    <a:pt x="1" y="1990"/>
                    <a:pt x="95" y="3061"/>
                    <a:pt x="883" y="3659"/>
                  </a:cubicBezTo>
                  <a:lnTo>
                    <a:pt x="4727" y="6526"/>
                  </a:lnTo>
                  <a:cubicBezTo>
                    <a:pt x="5026" y="6760"/>
                    <a:pt x="5384" y="6876"/>
                    <a:pt x="5744" y="6876"/>
                  </a:cubicBezTo>
                  <a:cubicBezTo>
                    <a:pt x="6255" y="6876"/>
                    <a:pt x="6770" y="6642"/>
                    <a:pt x="7121" y="6180"/>
                  </a:cubicBezTo>
                  <a:lnTo>
                    <a:pt x="7940" y="5077"/>
                  </a:lnTo>
                  <a:cubicBezTo>
                    <a:pt x="8066" y="4888"/>
                    <a:pt x="8003" y="4668"/>
                    <a:pt x="7846" y="4573"/>
                  </a:cubicBezTo>
                  <a:lnTo>
                    <a:pt x="6207" y="3344"/>
                  </a:lnTo>
                  <a:cubicBezTo>
                    <a:pt x="6142" y="3292"/>
                    <a:pt x="6070" y="3267"/>
                    <a:pt x="6001" y="3267"/>
                  </a:cubicBezTo>
                  <a:cubicBezTo>
                    <a:pt x="5903" y="3267"/>
                    <a:pt x="5808" y="3316"/>
                    <a:pt x="5735" y="3407"/>
                  </a:cubicBezTo>
                  <a:lnTo>
                    <a:pt x="5105" y="4258"/>
                  </a:lnTo>
                  <a:lnTo>
                    <a:pt x="2931" y="2588"/>
                  </a:lnTo>
                  <a:lnTo>
                    <a:pt x="3561" y="1769"/>
                  </a:lnTo>
                  <a:cubicBezTo>
                    <a:pt x="3687" y="1612"/>
                    <a:pt x="3656" y="1423"/>
                    <a:pt x="3498" y="1297"/>
                  </a:cubicBezTo>
                  <a:lnTo>
                    <a:pt x="1828" y="68"/>
                  </a:lnTo>
                  <a:cubicBezTo>
                    <a:pt x="1770" y="22"/>
                    <a:pt x="1708" y="1"/>
                    <a:pt x="164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 dirty="0"/>
            </a:p>
          </p:txBody>
        </p:sp>
        <p:sp>
          <p:nvSpPr>
            <p:cNvPr id="11" name="Google Shape;6128;p50">
              <a:extLst>
                <a:ext uri="{FF2B5EF4-FFF2-40B4-BE49-F238E27FC236}">
                  <a16:creationId xmlns:a16="http://schemas.microsoft.com/office/drawing/2014/main" id="{C845EA35-420F-4305-BA90-0FD38B2EC8DC}"/>
                </a:ext>
              </a:extLst>
            </p:cNvPr>
            <p:cNvSpPr/>
            <p:nvPr/>
          </p:nvSpPr>
          <p:spPr>
            <a:xfrm>
              <a:off x="-35853975" y="2631825"/>
              <a:ext cx="293800" cy="292250"/>
            </a:xfrm>
            <a:custGeom>
              <a:avLst/>
              <a:gdLst/>
              <a:ahLst/>
              <a:cxnLst/>
              <a:rect l="l" t="t" r="r" b="b"/>
              <a:pathLst>
                <a:path w="11752" h="11690" extrusionOk="0">
                  <a:moveTo>
                    <a:pt x="5861" y="662"/>
                  </a:moveTo>
                  <a:cubicBezTo>
                    <a:pt x="8696" y="662"/>
                    <a:pt x="11027" y="2994"/>
                    <a:pt x="11027" y="5829"/>
                  </a:cubicBezTo>
                  <a:cubicBezTo>
                    <a:pt x="11027" y="6806"/>
                    <a:pt x="10744" y="7751"/>
                    <a:pt x="10240" y="8539"/>
                  </a:cubicBezTo>
                  <a:cubicBezTo>
                    <a:pt x="10177" y="8665"/>
                    <a:pt x="10114" y="8791"/>
                    <a:pt x="10177" y="8854"/>
                  </a:cubicBezTo>
                  <a:lnTo>
                    <a:pt x="10807" y="10776"/>
                  </a:lnTo>
                  <a:lnTo>
                    <a:pt x="8854" y="10145"/>
                  </a:lnTo>
                  <a:cubicBezTo>
                    <a:pt x="8837" y="10137"/>
                    <a:pt x="8815" y="10133"/>
                    <a:pt x="8792" y="10133"/>
                  </a:cubicBezTo>
                  <a:cubicBezTo>
                    <a:pt x="8728" y="10133"/>
                    <a:pt x="8648" y="10162"/>
                    <a:pt x="8602" y="10208"/>
                  </a:cubicBezTo>
                  <a:cubicBezTo>
                    <a:pt x="7751" y="10713"/>
                    <a:pt x="6806" y="10996"/>
                    <a:pt x="5861" y="10996"/>
                  </a:cubicBezTo>
                  <a:cubicBezTo>
                    <a:pt x="3025" y="10996"/>
                    <a:pt x="725" y="8665"/>
                    <a:pt x="725" y="5829"/>
                  </a:cubicBezTo>
                  <a:cubicBezTo>
                    <a:pt x="725" y="2994"/>
                    <a:pt x="3025" y="662"/>
                    <a:pt x="5861" y="662"/>
                  </a:cubicBezTo>
                  <a:close/>
                  <a:moveTo>
                    <a:pt x="5829" y="1"/>
                  </a:moveTo>
                  <a:cubicBezTo>
                    <a:pt x="2616" y="1"/>
                    <a:pt x="1" y="2647"/>
                    <a:pt x="1" y="5829"/>
                  </a:cubicBezTo>
                  <a:cubicBezTo>
                    <a:pt x="1" y="7373"/>
                    <a:pt x="599" y="8854"/>
                    <a:pt x="1733" y="9956"/>
                  </a:cubicBezTo>
                  <a:cubicBezTo>
                    <a:pt x="2836" y="11059"/>
                    <a:pt x="4285" y="11689"/>
                    <a:pt x="5861" y="11689"/>
                  </a:cubicBezTo>
                  <a:cubicBezTo>
                    <a:pt x="6900" y="11689"/>
                    <a:pt x="7908" y="11406"/>
                    <a:pt x="8822" y="10870"/>
                  </a:cubicBezTo>
                  <a:lnTo>
                    <a:pt x="11279" y="11658"/>
                  </a:lnTo>
                  <a:cubicBezTo>
                    <a:pt x="11303" y="11666"/>
                    <a:pt x="11331" y="11669"/>
                    <a:pt x="11360" y="11669"/>
                  </a:cubicBezTo>
                  <a:cubicBezTo>
                    <a:pt x="11449" y="11669"/>
                    <a:pt x="11555" y="11634"/>
                    <a:pt x="11626" y="11563"/>
                  </a:cubicBezTo>
                  <a:cubicBezTo>
                    <a:pt x="11689" y="11500"/>
                    <a:pt x="11752" y="11343"/>
                    <a:pt x="11689" y="11217"/>
                  </a:cubicBezTo>
                  <a:lnTo>
                    <a:pt x="10901" y="8791"/>
                  </a:lnTo>
                  <a:cubicBezTo>
                    <a:pt x="11469" y="7877"/>
                    <a:pt x="11752" y="6837"/>
                    <a:pt x="11752" y="5829"/>
                  </a:cubicBezTo>
                  <a:cubicBezTo>
                    <a:pt x="11689" y="2647"/>
                    <a:pt x="9074" y="1"/>
                    <a:pt x="582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 dirty="0"/>
            </a:p>
          </p:txBody>
        </p:sp>
        <p:sp>
          <p:nvSpPr>
            <p:cNvPr id="12" name="Google Shape;6129;p50">
              <a:extLst>
                <a:ext uri="{FF2B5EF4-FFF2-40B4-BE49-F238E27FC236}">
                  <a16:creationId xmlns:a16="http://schemas.microsoft.com/office/drawing/2014/main" id="{7652C095-B1B9-4360-A57A-C1CFB4F573B9}"/>
                </a:ext>
              </a:extLst>
            </p:cNvPr>
            <p:cNvSpPr/>
            <p:nvPr/>
          </p:nvSpPr>
          <p:spPr>
            <a:xfrm>
              <a:off x="-35715350" y="2735025"/>
              <a:ext cx="49650" cy="40675"/>
            </a:xfrm>
            <a:custGeom>
              <a:avLst/>
              <a:gdLst/>
              <a:ahLst/>
              <a:cxnLst/>
              <a:rect l="l" t="t" r="r" b="b"/>
              <a:pathLst>
                <a:path w="1986" h="1627" extrusionOk="0">
                  <a:moveTo>
                    <a:pt x="410" y="0"/>
                  </a:moveTo>
                  <a:cubicBezTo>
                    <a:pt x="221" y="0"/>
                    <a:pt x="64" y="126"/>
                    <a:pt x="64" y="315"/>
                  </a:cubicBezTo>
                  <a:cubicBezTo>
                    <a:pt x="1" y="504"/>
                    <a:pt x="158" y="662"/>
                    <a:pt x="379" y="662"/>
                  </a:cubicBezTo>
                  <a:cubicBezTo>
                    <a:pt x="788" y="725"/>
                    <a:pt x="1166" y="977"/>
                    <a:pt x="1261" y="1386"/>
                  </a:cubicBezTo>
                  <a:cubicBezTo>
                    <a:pt x="1311" y="1536"/>
                    <a:pt x="1439" y="1626"/>
                    <a:pt x="1585" y="1626"/>
                  </a:cubicBezTo>
                  <a:cubicBezTo>
                    <a:pt x="1623" y="1626"/>
                    <a:pt x="1662" y="1620"/>
                    <a:pt x="1702" y="1607"/>
                  </a:cubicBezTo>
                  <a:cubicBezTo>
                    <a:pt x="1891" y="1575"/>
                    <a:pt x="1985" y="1386"/>
                    <a:pt x="1954" y="1197"/>
                  </a:cubicBezTo>
                  <a:cubicBezTo>
                    <a:pt x="1733" y="504"/>
                    <a:pt x="1103" y="32"/>
                    <a:pt x="41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 dirty="0"/>
            </a:p>
          </p:txBody>
        </p:sp>
        <p:sp>
          <p:nvSpPr>
            <p:cNvPr id="16" name="Google Shape;6130;p50">
              <a:extLst>
                <a:ext uri="{FF2B5EF4-FFF2-40B4-BE49-F238E27FC236}">
                  <a16:creationId xmlns:a16="http://schemas.microsoft.com/office/drawing/2014/main" id="{75868F21-56AE-4EA0-8725-1B384DD9CFE9}"/>
                </a:ext>
              </a:extLst>
            </p:cNvPr>
            <p:cNvSpPr/>
            <p:nvPr/>
          </p:nvSpPr>
          <p:spPr>
            <a:xfrm>
              <a:off x="-35705900" y="2667275"/>
              <a:ext cx="107925" cy="101750"/>
            </a:xfrm>
            <a:custGeom>
              <a:avLst/>
              <a:gdLst/>
              <a:ahLst/>
              <a:cxnLst/>
              <a:rect l="l" t="t" r="r" b="b"/>
              <a:pathLst>
                <a:path w="4317" h="4070" extrusionOk="0">
                  <a:moveTo>
                    <a:pt x="347" y="1"/>
                  </a:moveTo>
                  <a:cubicBezTo>
                    <a:pt x="158" y="1"/>
                    <a:pt x="1" y="127"/>
                    <a:pt x="1" y="316"/>
                  </a:cubicBezTo>
                  <a:cubicBezTo>
                    <a:pt x="1" y="505"/>
                    <a:pt x="95" y="662"/>
                    <a:pt x="316" y="662"/>
                  </a:cubicBezTo>
                  <a:cubicBezTo>
                    <a:pt x="2048" y="820"/>
                    <a:pt x="3372" y="2111"/>
                    <a:pt x="3655" y="3781"/>
                  </a:cubicBezTo>
                  <a:cubicBezTo>
                    <a:pt x="3683" y="3951"/>
                    <a:pt x="3813" y="4070"/>
                    <a:pt x="3976" y="4070"/>
                  </a:cubicBezTo>
                  <a:cubicBezTo>
                    <a:pt x="3995" y="4070"/>
                    <a:pt x="4014" y="4068"/>
                    <a:pt x="4033" y="4065"/>
                  </a:cubicBezTo>
                  <a:cubicBezTo>
                    <a:pt x="4191" y="4065"/>
                    <a:pt x="4317" y="3844"/>
                    <a:pt x="4317" y="3687"/>
                  </a:cubicBezTo>
                  <a:cubicBezTo>
                    <a:pt x="4002" y="1733"/>
                    <a:pt x="2364" y="190"/>
                    <a:pt x="34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 dirty="0"/>
            </a:p>
          </p:txBody>
        </p:sp>
        <p:sp>
          <p:nvSpPr>
            <p:cNvPr id="17" name="Google Shape;6131;p50">
              <a:extLst>
                <a:ext uri="{FF2B5EF4-FFF2-40B4-BE49-F238E27FC236}">
                  <a16:creationId xmlns:a16="http://schemas.microsoft.com/office/drawing/2014/main" id="{7B27E6ED-1277-475C-A4F1-22796A8FA77E}"/>
                </a:ext>
              </a:extLst>
            </p:cNvPr>
            <p:cNvSpPr/>
            <p:nvPr/>
          </p:nvSpPr>
          <p:spPr>
            <a:xfrm>
              <a:off x="-35709825" y="2700350"/>
              <a:ext cx="77200" cy="68700"/>
            </a:xfrm>
            <a:custGeom>
              <a:avLst/>
              <a:gdLst/>
              <a:ahLst/>
              <a:cxnLst/>
              <a:rect l="l" t="t" r="r" b="b"/>
              <a:pathLst>
                <a:path w="3088" h="2748" extrusionOk="0">
                  <a:moveTo>
                    <a:pt x="347" y="1"/>
                  </a:moveTo>
                  <a:cubicBezTo>
                    <a:pt x="158" y="1"/>
                    <a:pt x="0" y="127"/>
                    <a:pt x="0" y="316"/>
                  </a:cubicBezTo>
                  <a:cubicBezTo>
                    <a:pt x="0" y="536"/>
                    <a:pt x="95" y="694"/>
                    <a:pt x="315" y="725"/>
                  </a:cubicBezTo>
                  <a:cubicBezTo>
                    <a:pt x="1323" y="788"/>
                    <a:pt x="2142" y="1545"/>
                    <a:pt x="2394" y="2490"/>
                  </a:cubicBezTo>
                  <a:cubicBezTo>
                    <a:pt x="2422" y="2655"/>
                    <a:pt x="2570" y="2748"/>
                    <a:pt x="2753" y="2748"/>
                  </a:cubicBezTo>
                  <a:cubicBezTo>
                    <a:pt x="2780" y="2748"/>
                    <a:pt x="2808" y="2746"/>
                    <a:pt x="2836" y="2742"/>
                  </a:cubicBezTo>
                  <a:cubicBezTo>
                    <a:pt x="3025" y="2679"/>
                    <a:pt x="3088" y="2490"/>
                    <a:pt x="3056" y="2301"/>
                  </a:cubicBezTo>
                  <a:cubicBezTo>
                    <a:pt x="2741" y="1072"/>
                    <a:pt x="1670" y="127"/>
                    <a:pt x="34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 dirty="0"/>
            </a:p>
          </p:txBody>
        </p:sp>
      </p:grpSp>
      <p:sp>
        <p:nvSpPr>
          <p:cNvPr id="18" name="Google Shape;7858;p54">
            <a:extLst>
              <a:ext uri="{FF2B5EF4-FFF2-40B4-BE49-F238E27FC236}">
                <a16:creationId xmlns:a16="http://schemas.microsoft.com/office/drawing/2014/main" id="{0FEED75C-273A-4592-B972-DF0EE97E17E6}"/>
              </a:ext>
            </a:extLst>
          </p:cNvPr>
          <p:cNvSpPr/>
          <p:nvPr/>
        </p:nvSpPr>
        <p:spPr>
          <a:xfrm>
            <a:off x="7137689" y="3012193"/>
            <a:ext cx="465077" cy="326807"/>
          </a:xfrm>
          <a:custGeom>
            <a:avLst/>
            <a:gdLst/>
            <a:ahLst/>
            <a:cxnLst/>
            <a:rect l="l" t="t" r="r" b="b"/>
            <a:pathLst>
              <a:path w="11658" h="8192" extrusionOk="0">
                <a:moveTo>
                  <a:pt x="10429" y="662"/>
                </a:moveTo>
                <a:cubicBezTo>
                  <a:pt x="10114" y="1008"/>
                  <a:pt x="6207" y="4915"/>
                  <a:pt x="6081" y="5072"/>
                </a:cubicBezTo>
                <a:cubicBezTo>
                  <a:pt x="6018" y="5135"/>
                  <a:pt x="5916" y="5167"/>
                  <a:pt x="5813" y="5167"/>
                </a:cubicBezTo>
                <a:cubicBezTo>
                  <a:pt x="5711" y="5167"/>
                  <a:pt x="5608" y="5135"/>
                  <a:pt x="5545" y="5072"/>
                </a:cubicBezTo>
                <a:lnTo>
                  <a:pt x="1135" y="662"/>
                </a:lnTo>
                <a:close/>
                <a:moveTo>
                  <a:pt x="662" y="1134"/>
                </a:moveTo>
                <a:lnTo>
                  <a:pt x="3624" y="4096"/>
                </a:lnTo>
                <a:lnTo>
                  <a:pt x="662" y="7057"/>
                </a:lnTo>
                <a:lnTo>
                  <a:pt x="662" y="1134"/>
                </a:lnTo>
                <a:close/>
                <a:moveTo>
                  <a:pt x="10996" y="1134"/>
                </a:moveTo>
                <a:lnTo>
                  <a:pt x="10996" y="7057"/>
                </a:lnTo>
                <a:lnTo>
                  <a:pt x="8034" y="4096"/>
                </a:lnTo>
                <a:lnTo>
                  <a:pt x="10996" y="1134"/>
                </a:lnTo>
                <a:close/>
                <a:moveTo>
                  <a:pt x="7562" y="4568"/>
                </a:moveTo>
                <a:lnTo>
                  <a:pt x="10492" y="7530"/>
                </a:lnTo>
                <a:lnTo>
                  <a:pt x="1198" y="7530"/>
                </a:lnTo>
                <a:lnTo>
                  <a:pt x="4096" y="4568"/>
                </a:lnTo>
                <a:lnTo>
                  <a:pt x="5073" y="5545"/>
                </a:lnTo>
                <a:cubicBezTo>
                  <a:pt x="5278" y="5750"/>
                  <a:pt x="5553" y="5852"/>
                  <a:pt x="5829" y="5852"/>
                </a:cubicBezTo>
                <a:cubicBezTo>
                  <a:pt x="6105" y="5852"/>
                  <a:pt x="6380" y="5750"/>
                  <a:pt x="6585" y="5545"/>
                </a:cubicBezTo>
                <a:lnTo>
                  <a:pt x="7562" y="4568"/>
                </a:lnTo>
                <a:close/>
                <a:moveTo>
                  <a:pt x="1009" y="0"/>
                </a:moveTo>
                <a:cubicBezTo>
                  <a:pt x="473" y="0"/>
                  <a:pt x="1" y="473"/>
                  <a:pt x="1" y="1008"/>
                </a:cubicBezTo>
                <a:lnTo>
                  <a:pt x="1" y="7152"/>
                </a:lnTo>
                <a:cubicBezTo>
                  <a:pt x="1" y="7719"/>
                  <a:pt x="473" y="8191"/>
                  <a:pt x="1009" y="8191"/>
                </a:cubicBezTo>
                <a:lnTo>
                  <a:pt x="10618" y="8191"/>
                </a:lnTo>
                <a:cubicBezTo>
                  <a:pt x="11185" y="8191"/>
                  <a:pt x="11657" y="7719"/>
                  <a:pt x="11657" y="7152"/>
                </a:cubicBezTo>
                <a:lnTo>
                  <a:pt x="11657" y="1008"/>
                </a:lnTo>
                <a:cubicBezTo>
                  <a:pt x="11657" y="441"/>
                  <a:pt x="11185" y="0"/>
                  <a:pt x="10618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 dirty="0"/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BB68F10A-604A-4ECA-819C-F126A20BD11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15803" y="3529856"/>
            <a:ext cx="508848" cy="508848"/>
          </a:xfrm>
          <a:prstGeom prst="rect">
            <a:avLst/>
          </a:prstGeom>
        </p:spPr>
      </p:pic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4FF79E19-4864-47D2-9B38-B4EFFF41856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000" y="159020"/>
            <a:ext cx="3341292" cy="2179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45518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8"/>
          <p:cNvSpPr>
            <a:spLocks noGrp="1"/>
          </p:cNvSpPr>
          <p:nvPr>
            <p:ph type="title" hasCustomPrompt="1"/>
          </p:nvPr>
        </p:nvSpPr>
        <p:spPr>
          <a:xfrm>
            <a:off x="515939" y="324000"/>
            <a:ext cx="11160124" cy="628251"/>
          </a:xfrm>
          <a:prstGeom prst="rect">
            <a:avLst/>
          </a:prstGeom>
        </p:spPr>
        <p:txBody>
          <a:bodyPr anchor="t"/>
          <a:lstStyle>
            <a:lvl1pPr marL="0" indent="0" algn="ctr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130" baseline="0" dirty="0">
                <a:solidFill>
                  <a:srgbClr val="460F64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3480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олилиния: фигура 5">
            <a:extLst>
              <a:ext uri="{FF2B5EF4-FFF2-40B4-BE49-F238E27FC236}">
                <a16:creationId xmlns:a16="http://schemas.microsoft.com/office/drawing/2014/main" id="{7510A9BB-F45F-42AC-B066-54C353F89982}"/>
              </a:ext>
            </a:extLst>
          </p:cNvPr>
          <p:cNvSpPr/>
          <p:nvPr/>
        </p:nvSpPr>
        <p:spPr>
          <a:xfrm>
            <a:off x="5556377" y="-2054"/>
            <a:ext cx="6635623" cy="6860054"/>
          </a:xfrm>
          <a:custGeom>
            <a:avLst/>
            <a:gdLst>
              <a:gd name="connsiteX0" fmla="*/ 834625 w 3869999"/>
              <a:gd name="connsiteY0" fmla="*/ 0 h 6858000"/>
              <a:gd name="connsiteX1" fmla="*/ 3869999 w 3869999"/>
              <a:gd name="connsiteY1" fmla="*/ 0 h 6858000"/>
              <a:gd name="connsiteX2" fmla="*/ 3869999 w 3869999"/>
              <a:gd name="connsiteY2" fmla="*/ 6858000 h 6858000"/>
              <a:gd name="connsiteX3" fmla="*/ 1109523 w 3869999"/>
              <a:gd name="connsiteY3" fmla="*/ 6858000 h 6858000"/>
              <a:gd name="connsiteX4" fmla="*/ 951182 w 3869999"/>
              <a:gd name="connsiteY4" fmla="*/ 6611012 h 6858000"/>
              <a:gd name="connsiteX5" fmla="*/ 0 w 3869999"/>
              <a:gd name="connsiteY5" fmla="*/ 3204150 h 6858000"/>
              <a:gd name="connsiteX6" fmla="*/ 792981 w 3869999"/>
              <a:gd name="connsiteY6" fmla="*/ 72426 h 6858000"/>
              <a:gd name="connsiteX0" fmla="*/ 834625 w 3869999"/>
              <a:gd name="connsiteY0" fmla="*/ 0 h 6858000"/>
              <a:gd name="connsiteX1" fmla="*/ 3869999 w 3869999"/>
              <a:gd name="connsiteY1" fmla="*/ 0 h 6858000"/>
              <a:gd name="connsiteX2" fmla="*/ 3869999 w 3869999"/>
              <a:gd name="connsiteY2" fmla="*/ 6858000 h 6858000"/>
              <a:gd name="connsiteX3" fmla="*/ 1109523 w 3869999"/>
              <a:gd name="connsiteY3" fmla="*/ 6858000 h 6858000"/>
              <a:gd name="connsiteX4" fmla="*/ 951182 w 3869999"/>
              <a:gd name="connsiteY4" fmla="*/ 6611012 h 6858000"/>
              <a:gd name="connsiteX5" fmla="*/ 0 w 3869999"/>
              <a:gd name="connsiteY5" fmla="*/ 3204150 h 6858000"/>
              <a:gd name="connsiteX6" fmla="*/ 792981 w 3869999"/>
              <a:gd name="connsiteY6" fmla="*/ 72426 h 6858000"/>
              <a:gd name="connsiteX7" fmla="*/ 834625 w 3869999"/>
              <a:gd name="connsiteY7" fmla="*/ 0 h 6858000"/>
              <a:gd name="connsiteX0" fmla="*/ 834625 w 7310623"/>
              <a:gd name="connsiteY0" fmla="*/ 0 h 6858000"/>
              <a:gd name="connsiteX1" fmla="*/ 3869999 w 7310623"/>
              <a:gd name="connsiteY1" fmla="*/ 0 h 6858000"/>
              <a:gd name="connsiteX2" fmla="*/ 7310623 w 7310623"/>
              <a:gd name="connsiteY2" fmla="*/ 6858000 h 6858000"/>
              <a:gd name="connsiteX3" fmla="*/ 1109523 w 7310623"/>
              <a:gd name="connsiteY3" fmla="*/ 6858000 h 6858000"/>
              <a:gd name="connsiteX4" fmla="*/ 951182 w 7310623"/>
              <a:gd name="connsiteY4" fmla="*/ 6611012 h 6858000"/>
              <a:gd name="connsiteX5" fmla="*/ 0 w 7310623"/>
              <a:gd name="connsiteY5" fmla="*/ 3204150 h 6858000"/>
              <a:gd name="connsiteX6" fmla="*/ 792981 w 7310623"/>
              <a:gd name="connsiteY6" fmla="*/ 72426 h 6858000"/>
              <a:gd name="connsiteX7" fmla="*/ 834625 w 7310623"/>
              <a:gd name="connsiteY7" fmla="*/ 0 h 6858000"/>
              <a:gd name="connsiteX0" fmla="*/ 834625 w 7310623"/>
              <a:gd name="connsiteY0" fmla="*/ 0 h 6858000"/>
              <a:gd name="connsiteX1" fmla="*/ 7310623 w 7310623"/>
              <a:gd name="connsiteY1" fmla="*/ 61993 h 6858000"/>
              <a:gd name="connsiteX2" fmla="*/ 7310623 w 7310623"/>
              <a:gd name="connsiteY2" fmla="*/ 6858000 h 6858000"/>
              <a:gd name="connsiteX3" fmla="*/ 1109523 w 7310623"/>
              <a:gd name="connsiteY3" fmla="*/ 6858000 h 6858000"/>
              <a:gd name="connsiteX4" fmla="*/ 951182 w 7310623"/>
              <a:gd name="connsiteY4" fmla="*/ 6611012 h 6858000"/>
              <a:gd name="connsiteX5" fmla="*/ 0 w 7310623"/>
              <a:gd name="connsiteY5" fmla="*/ 3204150 h 6858000"/>
              <a:gd name="connsiteX6" fmla="*/ 792981 w 7310623"/>
              <a:gd name="connsiteY6" fmla="*/ 72426 h 6858000"/>
              <a:gd name="connsiteX7" fmla="*/ 834625 w 7310623"/>
              <a:gd name="connsiteY7" fmla="*/ 0 h 6858000"/>
              <a:gd name="connsiteX0" fmla="*/ 834625 w 7310623"/>
              <a:gd name="connsiteY0" fmla="*/ 0 h 6858000"/>
              <a:gd name="connsiteX1" fmla="*/ 7310623 w 7310623"/>
              <a:gd name="connsiteY1" fmla="*/ 30996 h 6858000"/>
              <a:gd name="connsiteX2" fmla="*/ 7310623 w 7310623"/>
              <a:gd name="connsiteY2" fmla="*/ 6858000 h 6858000"/>
              <a:gd name="connsiteX3" fmla="*/ 1109523 w 7310623"/>
              <a:gd name="connsiteY3" fmla="*/ 6858000 h 6858000"/>
              <a:gd name="connsiteX4" fmla="*/ 951182 w 7310623"/>
              <a:gd name="connsiteY4" fmla="*/ 6611012 h 6858000"/>
              <a:gd name="connsiteX5" fmla="*/ 0 w 7310623"/>
              <a:gd name="connsiteY5" fmla="*/ 3204150 h 6858000"/>
              <a:gd name="connsiteX6" fmla="*/ 792981 w 7310623"/>
              <a:gd name="connsiteY6" fmla="*/ 72426 h 6858000"/>
              <a:gd name="connsiteX7" fmla="*/ 834625 w 7310623"/>
              <a:gd name="connsiteY7" fmla="*/ 0 h 6858000"/>
              <a:gd name="connsiteX0" fmla="*/ 834625 w 7310623"/>
              <a:gd name="connsiteY0" fmla="*/ 2054 h 6860054"/>
              <a:gd name="connsiteX1" fmla="*/ 7310623 w 7310623"/>
              <a:gd name="connsiteY1" fmla="*/ 0 h 6860054"/>
              <a:gd name="connsiteX2" fmla="*/ 7310623 w 7310623"/>
              <a:gd name="connsiteY2" fmla="*/ 6860054 h 6860054"/>
              <a:gd name="connsiteX3" fmla="*/ 1109523 w 7310623"/>
              <a:gd name="connsiteY3" fmla="*/ 6860054 h 6860054"/>
              <a:gd name="connsiteX4" fmla="*/ 951182 w 7310623"/>
              <a:gd name="connsiteY4" fmla="*/ 6613066 h 6860054"/>
              <a:gd name="connsiteX5" fmla="*/ 0 w 7310623"/>
              <a:gd name="connsiteY5" fmla="*/ 3206204 h 6860054"/>
              <a:gd name="connsiteX6" fmla="*/ 792981 w 7310623"/>
              <a:gd name="connsiteY6" fmla="*/ 74480 h 6860054"/>
              <a:gd name="connsiteX7" fmla="*/ 834625 w 7310623"/>
              <a:gd name="connsiteY7" fmla="*/ 2054 h 68600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310623" h="6860054">
                <a:moveTo>
                  <a:pt x="834625" y="2054"/>
                </a:moveTo>
                <a:lnTo>
                  <a:pt x="7310623" y="0"/>
                </a:lnTo>
                <a:lnTo>
                  <a:pt x="7310623" y="6860054"/>
                </a:lnTo>
                <a:lnTo>
                  <a:pt x="1109523" y="6860054"/>
                </a:lnTo>
                <a:lnTo>
                  <a:pt x="951182" y="6613066"/>
                </a:lnTo>
                <a:cubicBezTo>
                  <a:pt x="347586" y="5619679"/>
                  <a:pt x="0" y="4453534"/>
                  <a:pt x="0" y="3206204"/>
                </a:cubicBezTo>
                <a:cubicBezTo>
                  <a:pt x="0" y="2072269"/>
                  <a:pt x="287261" y="1005426"/>
                  <a:pt x="792981" y="74480"/>
                </a:cubicBezTo>
                <a:lnTo>
                  <a:pt x="834625" y="2054"/>
                </a:lnTo>
                <a:close/>
              </a:path>
            </a:pathLst>
          </a:custGeom>
          <a:gradFill flip="none" rotWithShape="1">
            <a:gsLst>
              <a:gs pos="60000">
                <a:srgbClr val="460F64"/>
              </a:gs>
              <a:gs pos="6000">
                <a:srgbClr val="89126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14170B08-F2F7-401A-8878-3A30127F97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18A11ABA-6ADF-4E0C-BD0B-B209D4BAE9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9908B6B6-B9A1-4B1E-9870-8B75E74A57B1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77435" y="1224001"/>
            <a:ext cx="4140063" cy="630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rgbClr val="14003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2" name="Заголовок 8">
            <a:extLst>
              <a:ext uri="{FF2B5EF4-FFF2-40B4-BE49-F238E27FC236}">
                <a16:creationId xmlns:a16="http://schemas.microsoft.com/office/drawing/2014/main" id="{84C2511F-ED2E-4300-8370-61A000A24B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76300" y="341377"/>
            <a:ext cx="4140063" cy="943251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130" baseline="0" dirty="0">
                <a:solidFill>
                  <a:srgbClr val="460F64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9CA33BEC-99A1-4060-9ECF-A71A822A85AC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876300" y="1715718"/>
            <a:ext cx="4140063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AC08FD4D-0E78-4715-A92E-AA1ED8E88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201275" y="1224001"/>
            <a:ext cx="4140063" cy="630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7" name="Заголовок 8">
            <a:extLst>
              <a:ext uri="{FF2B5EF4-FFF2-40B4-BE49-F238E27FC236}">
                <a16:creationId xmlns:a16="http://schemas.microsoft.com/office/drawing/2014/main" id="{2E62391D-8A00-4A13-87F7-DB1654F9F8B2}"/>
              </a:ext>
            </a:extLst>
          </p:cNvPr>
          <p:cNvSpPr txBox="1">
            <a:spLocks/>
          </p:cNvSpPr>
          <p:nvPr/>
        </p:nvSpPr>
        <p:spPr>
          <a:xfrm>
            <a:off x="6200140" y="341377"/>
            <a:ext cx="4140063" cy="943251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130" baseline="0" dirty="0">
                <a:solidFill>
                  <a:srgbClr val="460F64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 dirty="0">
                <a:solidFill>
                  <a:schemeClr val="bg1"/>
                </a:solidFill>
              </a:rPr>
              <a:t>ОБРАЗЕЦ ЗАГОЛОВКА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6E45416E-CA52-4837-9063-A048ECAB4025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200140" y="1715718"/>
            <a:ext cx="4474574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093F7EE8-C58C-4635-8431-10AA9A6B892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10202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5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олилиния: фигура 5">
            <a:extLst>
              <a:ext uri="{FF2B5EF4-FFF2-40B4-BE49-F238E27FC236}">
                <a16:creationId xmlns:a16="http://schemas.microsoft.com/office/drawing/2014/main" id="{7510A9BB-F45F-42AC-B066-54C353F89982}"/>
              </a:ext>
            </a:extLst>
          </p:cNvPr>
          <p:cNvSpPr/>
          <p:nvPr/>
        </p:nvSpPr>
        <p:spPr>
          <a:xfrm>
            <a:off x="5556377" y="-2054"/>
            <a:ext cx="6635623" cy="6860054"/>
          </a:xfrm>
          <a:custGeom>
            <a:avLst/>
            <a:gdLst>
              <a:gd name="connsiteX0" fmla="*/ 834625 w 3869999"/>
              <a:gd name="connsiteY0" fmla="*/ 0 h 6858000"/>
              <a:gd name="connsiteX1" fmla="*/ 3869999 w 3869999"/>
              <a:gd name="connsiteY1" fmla="*/ 0 h 6858000"/>
              <a:gd name="connsiteX2" fmla="*/ 3869999 w 3869999"/>
              <a:gd name="connsiteY2" fmla="*/ 6858000 h 6858000"/>
              <a:gd name="connsiteX3" fmla="*/ 1109523 w 3869999"/>
              <a:gd name="connsiteY3" fmla="*/ 6858000 h 6858000"/>
              <a:gd name="connsiteX4" fmla="*/ 951182 w 3869999"/>
              <a:gd name="connsiteY4" fmla="*/ 6611012 h 6858000"/>
              <a:gd name="connsiteX5" fmla="*/ 0 w 3869999"/>
              <a:gd name="connsiteY5" fmla="*/ 3204150 h 6858000"/>
              <a:gd name="connsiteX6" fmla="*/ 792981 w 3869999"/>
              <a:gd name="connsiteY6" fmla="*/ 72426 h 6858000"/>
              <a:gd name="connsiteX0" fmla="*/ 834625 w 3869999"/>
              <a:gd name="connsiteY0" fmla="*/ 0 h 6858000"/>
              <a:gd name="connsiteX1" fmla="*/ 3869999 w 3869999"/>
              <a:gd name="connsiteY1" fmla="*/ 0 h 6858000"/>
              <a:gd name="connsiteX2" fmla="*/ 3869999 w 3869999"/>
              <a:gd name="connsiteY2" fmla="*/ 6858000 h 6858000"/>
              <a:gd name="connsiteX3" fmla="*/ 1109523 w 3869999"/>
              <a:gd name="connsiteY3" fmla="*/ 6858000 h 6858000"/>
              <a:gd name="connsiteX4" fmla="*/ 951182 w 3869999"/>
              <a:gd name="connsiteY4" fmla="*/ 6611012 h 6858000"/>
              <a:gd name="connsiteX5" fmla="*/ 0 w 3869999"/>
              <a:gd name="connsiteY5" fmla="*/ 3204150 h 6858000"/>
              <a:gd name="connsiteX6" fmla="*/ 792981 w 3869999"/>
              <a:gd name="connsiteY6" fmla="*/ 72426 h 6858000"/>
              <a:gd name="connsiteX7" fmla="*/ 834625 w 3869999"/>
              <a:gd name="connsiteY7" fmla="*/ 0 h 6858000"/>
              <a:gd name="connsiteX0" fmla="*/ 834625 w 7310623"/>
              <a:gd name="connsiteY0" fmla="*/ 0 h 6858000"/>
              <a:gd name="connsiteX1" fmla="*/ 3869999 w 7310623"/>
              <a:gd name="connsiteY1" fmla="*/ 0 h 6858000"/>
              <a:gd name="connsiteX2" fmla="*/ 7310623 w 7310623"/>
              <a:gd name="connsiteY2" fmla="*/ 6858000 h 6858000"/>
              <a:gd name="connsiteX3" fmla="*/ 1109523 w 7310623"/>
              <a:gd name="connsiteY3" fmla="*/ 6858000 h 6858000"/>
              <a:gd name="connsiteX4" fmla="*/ 951182 w 7310623"/>
              <a:gd name="connsiteY4" fmla="*/ 6611012 h 6858000"/>
              <a:gd name="connsiteX5" fmla="*/ 0 w 7310623"/>
              <a:gd name="connsiteY5" fmla="*/ 3204150 h 6858000"/>
              <a:gd name="connsiteX6" fmla="*/ 792981 w 7310623"/>
              <a:gd name="connsiteY6" fmla="*/ 72426 h 6858000"/>
              <a:gd name="connsiteX7" fmla="*/ 834625 w 7310623"/>
              <a:gd name="connsiteY7" fmla="*/ 0 h 6858000"/>
              <a:gd name="connsiteX0" fmla="*/ 834625 w 7310623"/>
              <a:gd name="connsiteY0" fmla="*/ 0 h 6858000"/>
              <a:gd name="connsiteX1" fmla="*/ 7310623 w 7310623"/>
              <a:gd name="connsiteY1" fmla="*/ 61993 h 6858000"/>
              <a:gd name="connsiteX2" fmla="*/ 7310623 w 7310623"/>
              <a:gd name="connsiteY2" fmla="*/ 6858000 h 6858000"/>
              <a:gd name="connsiteX3" fmla="*/ 1109523 w 7310623"/>
              <a:gd name="connsiteY3" fmla="*/ 6858000 h 6858000"/>
              <a:gd name="connsiteX4" fmla="*/ 951182 w 7310623"/>
              <a:gd name="connsiteY4" fmla="*/ 6611012 h 6858000"/>
              <a:gd name="connsiteX5" fmla="*/ 0 w 7310623"/>
              <a:gd name="connsiteY5" fmla="*/ 3204150 h 6858000"/>
              <a:gd name="connsiteX6" fmla="*/ 792981 w 7310623"/>
              <a:gd name="connsiteY6" fmla="*/ 72426 h 6858000"/>
              <a:gd name="connsiteX7" fmla="*/ 834625 w 7310623"/>
              <a:gd name="connsiteY7" fmla="*/ 0 h 6858000"/>
              <a:gd name="connsiteX0" fmla="*/ 834625 w 7310623"/>
              <a:gd name="connsiteY0" fmla="*/ 0 h 6858000"/>
              <a:gd name="connsiteX1" fmla="*/ 7310623 w 7310623"/>
              <a:gd name="connsiteY1" fmla="*/ 30996 h 6858000"/>
              <a:gd name="connsiteX2" fmla="*/ 7310623 w 7310623"/>
              <a:gd name="connsiteY2" fmla="*/ 6858000 h 6858000"/>
              <a:gd name="connsiteX3" fmla="*/ 1109523 w 7310623"/>
              <a:gd name="connsiteY3" fmla="*/ 6858000 h 6858000"/>
              <a:gd name="connsiteX4" fmla="*/ 951182 w 7310623"/>
              <a:gd name="connsiteY4" fmla="*/ 6611012 h 6858000"/>
              <a:gd name="connsiteX5" fmla="*/ 0 w 7310623"/>
              <a:gd name="connsiteY5" fmla="*/ 3204150 h 6858000"/>
              <a:gd name="connsiteX6" fmla="*/ 792981 w 7310623"/>
              <a:gd name="connsiteY6" fmla="*/ 72426 h 6858000"/>
              <a:gd name="connsiteX7" fmla="*/ 834625 w 7310623"/>
              <a:gd name="connsiteY7" fmla="*/ 0 h 6858000"/>
              <a:gd name="connsiteX0" fmla="*/ 834625 w 7310623"/>
              <a:gd name="connsiteY0" fmla="*/ 2054 h 6860054"/>
              <a:gd name="connsiteX1" fmla="*/ 7310623 w 7310623"/>
              <a:gd name="connsiteY1" fmla="*/ 0 h 6860054"/>
              <a:gd name="connsiteX2" fmla="*/ 7310623 w 7310623"/>
              <a:gd name="connsiteY2" fmla="*/ 6860054 h 6860054"/>
              <a:gd name="connsiteX3" fmla="*/ 1109523 w 7310623"/>
              <a:gd name="connsiteY3" fmla="*/ 6860054 h 6860054"/>
              <a:gd name="connsiteX4" fmla="*/ 951182 w 7310623"/>
              <a:gd name="connsiteY4" fmla="*/ 6613066 h 6860054"/>
              <a:gd name="connsiteX5" fmla="*/ 0 w 7310623"/>
              <a:gd name="connsiteY5" fmla="*/ 3206204 h 6860054"/>
              <a:gd name="connsiteX6" fmla="*/ 792981 w 7310623"/>
              <a:gd name="connsiteY6" fmla="*/ 74480 h 6860054"/>
              <a:gd name="connsiteX7" fmla="*/ 834625 w 7310623"/>
              <a:gd name="connsiteY7" fmla="*/ 2054 h 68600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310623" h="6860054">
                <a:moveTo>
                  <a:pt x="834625" y="2054"/>
                </a:moveTo>
                <a:lnTo>
                  <a:pt x="7310623" y="0"/>
                </a:lnTo>
                <a:lnTo>
                  <a:pt x="7310623" y="6860054"/>
                </a:lnTo>
                <a:lnTo>
                  <a:pt x="1109523" y="6860054"/>
                </a:lnTo>
                <a:lnTo>
                  <a:pt x="951182" y="6613066"/>
                </a:lnTo>
                <a:cubicBezTo>
                  <a:pt x="347586" y="5619679"/>
                  <a:pt x="0" y="4453534"/>
                  <a:pt x="0" y="3206204"/>
                </a:cubicBezTo>
                <a:cubicBezTo>
                  <a:pt x="0" y="2072269"/>
                  <a:pt x="287261" y="1005426"/>
                  <a:pt x="792981" y="74480"/>
                </a:cubicBezTo>
                <a:lnTo>
                  <a:pt x="834625" y="2054"/>
                </a:lnTo>
                <a:close/>
              </a:path>
            </a:pathLst>
          </a:custGeom>
          <a:gradFill flip="none" rotWithShape="1">
            <a:gsLst>
              <a:gs pos="60000">
                <a:srgbClr val="460F64"/>
              </a:gs>
              <a:gs pos="6000">
                <a:srgbClr val="89126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14170B08-F2F7-401A-8878-3A30127F97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18A11ABA-6ADF-4E0C-BD0B-B209D4BAE9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9908B6B6-B9A1-4B1E-9870-8B75E74A57B1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88665" y="1746624"/>
            <a:ext cx="3393308" cy="630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rgbClr val="14003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2" name="Заголовок 8">
            <a:extLst>
              <a:ext uri="{FF2B5EF4-FFF2-40B4-BE49-F238E27FC236}">
                <a16:creationId xmlns:a16="http://schemas.microsoft.com/office/drawing/2014/main" id="{84C2511F-ED2E-4300-8370-61A000A24B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87530" y="864000"/>
            <a:ext cx="3393308" cy="943251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130" baseline="0" dirty="0">
                <a:solidFill>
                  <a:srgbClr val="460F64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9CA33BEC-99A1-4060-9ECF-A71A822A85AC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887529" y="2238341"/>
            <a:ext cx="3394443" cy="3378282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AC08FD4D-0E78-4715-A92E-AA1ED8E88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366000" y="1269000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6E45416E-CA52-4837-9063-A048ECAB4025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364865" y="1944000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8DD6C2F2-909F-4200-A2D4-702406F714BB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10034486" y="1269000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6C2811FB-740F-49D7-B2FC-02B2B99AE433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10033351" y="1944000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BB685A26-1D47-4B3D-96A5-5F95F1B0774E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6366000" y="3914228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0BE2112D-024F-41C4-8407-904C7E51C612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6364865" y="4589228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5C80668A-C793-483B-A5ED-03904DF48B97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10034486" y="3914228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dirty="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1A602D51-D052-40A8-B551-AF00E69DCD4F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10033351" y="4589228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35" name="Рисунок 4">
            <a:extLst>
              <a:ext uri="{FF2B5EF4-FFF2-40B4-BE49-F238E27FC236}">
                <a16:creationId xmlns:a16="http://schemas.microsoft.com/office/drawing/2014/main" id="{AB9A88A1-D1B6-46BB-8803-A820FE9E909C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4582504" y="923523"/>
            <a:ext cx="1595870" cy="1939753"/>
          </a:xfrm>
          <a:prstGeom prst="round2DiagRect">
            <a:avLst>
              <a:gd name="adj1" fmla="val 17111"/>
              <a:gd name="adj2" fmla="val 0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36" name="Рисунок 4">
            <a:extLst>
              <a:ext uri="{FF2B5EF4-FFF2-40B4-BE49-F238E27FC236}">
                <a16:creationId xmlns:a16="http://schemas.microsoft.com/office/drawing/2014/main" id="{8C1D4938-31FD-4E9C-94CA-E0FDBD1C5946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8283647" y="923523"/>
            <a:ext cx="1595870" cy="1939753"/>
          </a:xfrm>
          <a:prstGeom prst="round2DiagRect">
            <a:avLst>
              <a:gd name="adj1" fmla="val 17111"/>
              <a:gd name="adj2" fmla="val 0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37" name="Рисунок 4">
            <a:extLst>
              <a:ext uri="{FF2B5EF4-FFF2-40B4-BE49-F238E27FC236}">
                <a16:creationId xmlns:a16="http://schemas.microsoft.com/office/drawing/2014/main" id="{FC8E2A01-5150-426E-9426-8F534D949BBC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4582504" y="3612295"/>
            <a:ext cx="1595870" cy="1939753"/>
          </a:xfrm>
          <a:prstGeom prst="round2DiagRect">
            <a:avLst>
              <a:gd name="adj1" fmla="val 17111"/>
              <a:gd name="adj2" fmla="val 0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38" name="Рисунок 4">
            <a:extLst>
              <a:ext uri="{FF2B5EF4-FFF2-40B4-BE49-F238E27FC236}">
                <a16:creationId xmlns:a16="http://schemas.microsoft.com/office/drawing/2014/main" id="{7FDCBB37-334E-4904-BCC7-1ACFB45AED9D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8283647" y="3612295"/>
            <a:ext cx="1595870" cy="1939753"/>
          </a:xfrm>
          <a:prstGeom prst="round2DiagRect">
            <a:avLst>
              <a:gd name="adj1" fmla="val 17111"/>
              <a:gd name="adj2" fmla="val 0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C1C9F512-C34E-49AD-9FFA-3E96C1869EF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30735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6_Пустой слайд">
    <p:bg>
      <p:bgPr>
        <a:solidFill>
          <a:schemeClr val="bg2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19DD44FA-27AB-4434-A4C8-59133FA45DFA}"/>
              </a:ext>
            </a:extLst>
          </p:cNvPr>
          <p:cNvSpPr/>
          <p:nvPr/>
        </p:nvSpPr>
        <p:spPr>
          <a:xfrm>
            <a:off x="515939" y="909638"/>
            <a:ext cx="11160124" cy="5397036"/>
          </a:xfrm>
          <a:prstGeom prst="round2DiagRect">
            <a:avLst>
              <a:gd name="adj1" fmla="val 0"/>
              <a:gd name="adj2" fmla="val 14449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14170B08-F2F7-401A-8878-3A30127F97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18A11ABA-6ADF-4E0C-BD0B-B209D4BAE9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08607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AC08FD4D-0E78-4715-A92E-AA1ED8E88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2480935" y="1630407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6E45416E-CA52-4837-9063-A048ECAB4025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2479800" y="2305407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8DD6C2F2-909F-4200-A2D4-702406F714BB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6149421" y="1630407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6C2811FB-740F-49D7-B2FC-02B2B99AE433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6148286" y="2305407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BB685A26-1D47-4B3D-96A5-5F95F1B0774E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2480935" y="4275635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0BE2112D-024F-41C4-8407-904C7E51C612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2479800" y="4950635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5C80668A-C793-483B-A5ED-03904DF48B97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6149421" y="4275635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1A602D51-D052-40A8-B551-AF00E69DCD4F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6148286" y="4950635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35" name="Рисунок 4">
            <a:extLst>
              <a:ext uri="{FF2B5EF4-FFF2-40B4-BE49-F238E27FC236}">
                <a16:creationId xmlns:a16="http://schemas.microsoft.com/office/drawing/2014/main" id="{AB9A88A1-D1B6-46BB-8803-A820FE9E909C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868603" y="1284931"/>
            <a:ext cx="1406848" cy="1710000"/>
          </a:xfrm>
          <a:prstGeom prst="round2DiagRect">
            <a:avLst>
              <a:gd name="adj1" fmla="val 17111"/>
              <a:gd name="adj2" fmla="val 0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36" name="Рисунок 4">
            <a:extLst>
              <a:ext uri="{FF2B5EF4-FFF2-40B4-BE49-F238E27FC236}">
                <a16:creationId xmlns:a16="http://schemas.microsoft.com/office/drawing/2014/main" id="{8C1D4938-31FD-4E9C-94CA-E0FDBD1C5946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4569746" y="1284931"/>
            <a:ext cx="1406848" cy="1710000"/>
          </a:xfrm>
          <a:prstGeom prst="round2DiagRect">
            <a:avLst>
              <a:gd name="adj1" fmla="val 17111"/>
              <a:gd name="adj2" fmla="val 0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37" name="Рисунок 4">
            <a:extLst>
              <a:ext uri="{FF2B5EF4-FFF2-40B4-BE49-F238E27FC236}">
                <a16:creationId xmlns:a16="http://schemas.microsoft.com/office/drawing/2014/main" id="{FC8E2A01-5150-426E-9426-8F534D949BBC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868603" y="3973703"/>
            <a:ext cx="1406848" cy="1710000"/>
          </a:xfrm>
          <a:prstGeom prst="round2DiagRect">
            <a:avLst>
              <a:gd name="adj1" fmla="val 17111"/>
              <a:gd name="adj2" fmla="val 0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38" name="Рисунок 4">
            <a:extLst>
              <a:ext uri="{FF2B5EF4-FFF2-40B4-BE49-F238E27FC236}">
                <a16:creationId xmlns:a16="http://schemas.microsoft.com/office/drawing/2014/main" id="{7FDCBB37-334E-4904-BCC7-1ACFB45AED9D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4569746" y="3973703"/>
            <a:ext cx="1406848" cy="1710000"/>
          </a:xfrm>
          <a:prstGeom prst="round2DiagRect">
            <a:avLst>
              <a:gd name="adj1" fmla="val 17111"/>
              <a:gd name="adj2" fmla="val 0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E0B31B5B-7962-405D-8694-D0E63C0F8477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9786000" y="1630407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0198BC94-319C-4D98-B502-9BD63C00EE9A}"/>
              </a:ext>
            </a:extLst>
          </p:cNvPr>
          <p:cNvSpPr>
            <a:spLocks noGrp="1"/>
          </p:cNvSpPr>
          <p:nvPr>
            <p:ph type="body" idx="37" hasCustomPrompt="1"/>
          </p:nvPr>
        </p:nvSpPr>
        <p:spPr>
          <a:xfrm>
            <a:off x="9784865" y="2305407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201994E6-4B2A-4CEC-83F2-E7F0FDECE6C6}"/>
              </a:ext>
            </a:extLst>
          </p:cNvPr>
          <p:cNvSpPr>
            <a:spLocks noGrp="1"/>
          </p:cNvSpPr>
          <p:nvPr>
            <p:ph type="body" idx="38" hasCustomPrompt="1"/>
          </p:nvPr>
        </p:nvSpPr>
        <p:spPr>
          <a:xfrm>
            <a:off x="9786000" y="4275635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31" name="Text Placeholder 2">
            <a:extLst>
              <a:ext uri="{FF2B5EF4-FFF2-40B4-BE49-F238E27FC236}">
                <a16:creationId xmlns:a16="http://schemas.microsoft.com/office/drawing/2014/main" id="{5628C449-6578-42B5-B815-0686F025618A}"/>
              </a:ext>
            </a:extLst>
          </p:cNvPr>
          <p:cNvSpPr>
            <a:spLocks noGrp="1"/>
          </p:cNvSpPr>
          <p:nvPr>
            <p:ph type="body" idx="39" hasCustomPrompt="1"/>
          </p:nvPr>
        </p:nvSpPr>
        <p:spPr>
          <a:xfrm>
            <a:off x="9784865" y="4950635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32" name="Рисунок 4">
            <a:extLst>
              <a:ext uri="{FF2B5EF4-FFF2-40B4-BE49-F238E27FC236}">
                <a16:creationId xmlns:a16="http://schemas.microsoft.com/office/drawing/2014/main" id="{19770E01-6964-459F-BF3E-55532CC890E3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8206325" y="1284931"/>
            <a:ext cx="1406848" cy="1710000"/>
          </a:xfrm>
          <a:prstGeom prst="round2DiagRect">
            <a:avLst>
              <a:gd name="adj1" fmla="val 17111"/>
              <a:gd name="adj2" fmla="val 0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33" name="Рисунок 4">
            <a:extLst>
              <a:ext uri="{FF2B5EF4-FFF2-40B4-BE49-F238E27FC236}">
                <a16:creationId xmlns:a16="http://schemas.microsoft.com/office/drawing/2014/main" id="{64887905-4BAB-47CB-8DE0-DE922E55FF63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8206325" y="3973703"/>
            <a:ext cx="1406848" cy="1710000"/>
          </a:xfrm>
          <a:prstGeom prst="round2DiagRect">
            <a:avLst>
              <a:gd name="adj1" fmla="val 17111"/>
              <a:gd name="adj2" fmla="val 0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34" name="Заголовок 8">
            <a:extLst>
              <a:ext uri="{FF2B5EF4-FFF2-40B4-BE49-F238E27FC236}">
                <a16:creationId xmlns:a16="http://schemas.microsoft.com/office/drawing/2014/main" id="{D9DEDCFF-88FA-42C3-81AD-CAC254B24E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9" y="324000"/>
            <a:ext cx="11160124" cy="628251"/>
          </a:xfrm>
          <a:prstGeom prst="rect">
            <a:avLst/>
          </a:prstGeom>
        </p:spPr>
        <p:txBody>
          <a:bodyPr anchor="t"/>
          <a:lstStyle>
            <a:lvl1pPr marL="0" indent="0" algn="ctr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130" baseline="0" dirty="0">
                <a:solidFill>
                  <a:srgbClr val="460F64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D2D3C4A5-2F42-4BEE-AF02-B64CC8613AB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99794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A459AC6F-DB26-4ACD-820C-B095242435A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60000">
                <a:srgbClr val="460F64"/>
              </a:gs>
              <a:gs pos="6000">
                <a:srgbClr val="89126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0" name="Заголовок 8">
            <a:extLst>
              <a:ext uri="{FF2B5EF4-FFF2-40B4-BE49-F238E27FC236}">
                <a16:creationId xmlns:a16="http://schemas.microsoft.com/office/drawing/2014/main" id="{FBE8F190-DEED-40D5-9B2D-E9AC76FFE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4000"/>
            <a:ext cx="5939700" cy="540638"/>
          </a:xfrm>
          <a:prstGeom prst="rect">
            <a:avLst/>
          </a:prstGeom>
        </p:spPr>
        <p:txBody>
          <a:bodyPr/>
          <a:lstStyle>
            <a:lvl1pPr algn="ctr">
              <a:defRPr sz="2800" spc="130" baseline="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C4C595E9-8676-4BF2-8C3B-25CD551A5CB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51123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2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A459AC6F-DB26-4ACD-820C-B095242435A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60000">
                <a:srgbClr val="460F64"/>
              </a:gs>
              <a:gs pos="6000">
                <a:srgbClr val="89126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0" name="Заголовок 8">
            <a:extLst>
              <a:ext uri="{FF2B5EF4-FFF2-40B4-BE49-F238E27FC236}">
                <a16:creationId xmlns:a16="http://schemas.microsoft.com/office/drawing/2014/main" id="{FBE8F190-DEED-40D5-9B2D-E9AC76FFE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1674"/>
            <a:ext cx="5939700" cy="546468"/>
          </a:xfrm>
          <a:prstGeom prst="rect">
            <a:avLst/>
          </a:prstGeom>
        </p:spPr>
        <p:txBody>
          <a:bodyPr/>
          <a:lstStyle>
            <a:lvl1pPr algn="ctr">
              <a:defRPr sz="2800" spc="130" baseline="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7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C9B5780C-D3B5-4B2F-BC21-E87B08B87594}"/>
              </a:ext>
            </a:extLst>
          </p:cNvPr>
          <p:cNvSpPr/>
          <p:nvPr/>
        </p:nvSpPr>
        <p:spPr>
          <a:xfrm>
            <a:off x="515938" y="909638"/>
            <a:ext cx="5492222" cy="5397036"/>
          </a:xfrm>
          <a:prstGeom prst="round2DiagRect">
            <a:avLst>
              <a:gd name="adj1" fmla="val 0"/>
              <a:gd name="adj2" fmla="val 14449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A12DA187-312A-4E43-9C05-28CC8D9E131F}"/>
              </a:ext>
            </a:extLst>
          </p:cNvPr>
          <p:cNvSpPr/>
          <p:nvPr/>
        </p:nvSpPr>
        <p:spPr>
          <a:xfrm>
            <a:off x="6183842" y="909638"/>
            <a:ext cx="5492219" cy="5397036"/>
          </a:xfrm>
          <a:prstGeom prst="round2DiagRect">
            <a:avLst>
              <a:gd name="adj1" fmla="val 0"/>
              <a:gd name="adj2" fmla="val 11938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2143AB89-BE96-4B8D-AEA2-509F91FFFA0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29856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3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A459AC6F-DB26-4ACD-820C-B095242435A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60000">
                <a:srgbClr val="460F64"/>
              </a:gs>
              <a:gs pos="6000">
                <a:srgbClr val="89126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7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C9B5780C-D3B5-4B2F-BC21-E87B08B87594}"/>
              </a:ext>
            </a:extLst>
          </p:cNvPr>
          <p:cNvSpPr/>
          <p:nvPr/>
        </p:nvSpPr>
        <p:spPr>
          <a:xfrm>
            <a:off x="515939" y="909638"/>
            <a:ext cx="11160124" cy="5397036"/>
          </a:xfrm>
          <a:prstGeom prst="round2DiagRect">
            <a:avLst>
              <a:gd name="adj1" fmla="val 0"/>
              <a:gd name="adj2" fmla="val 14449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1" name="Заголовок 8">
            <a:extLst>
              <a:ext uri="{FF2B5EF4-FFF2-40B4-BE49-F238E27FC236}">
                <a16:creationId xmlns:a16="http://schemas.microsoft.com/office/drawing/2014/main" id="{76604AC0-0271-4D1D-A92F-CBD4DAAC2E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1674"/>
            <a:ext cx="5939700" cy="546468"/>
          </a:xfrm>
          <a:prstGeom prst="rect">
            <a:avLst/>
          </a:prstGeom>
        </p:spPr>
        <p:txBody>
          <a:bodyPr/>
          <a:lstStyle>
            <a:lvl1pPr algn="ctr">
              <a:defRPr sz="2800" spc="130" baseline="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2E3C0001-80F6-4C22-9FCD-4C3B58F0FB1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60607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олилиния: фигура 1">
            <a:extLst>
              <a:ext uri="{FF2B5EF4-FFF2-40B4-BE49-F238E27FC236}">
                <a16:creationId xmlns:a16="http://schemas.microsoft.com/office/drawing/2014/main" id="{18369521-FE28-4C33-84DF-95140C989EDF}"/>
              </a:ext>
            </a:extLst>
          </p:cNvPr>
          <p:cNvSpPr/>
          <p:nvPr/>
        </p:nvSpPr>
        <p:spPr>
          <a:xfrm>
            <a:off x="8368501" y="0"/>
            <a:ext cx="3869999" cy="6858000"/>
          </a:xfrm>
          <a:custGeom>
            <a:avLst/>
            <a:gdLst>
              <a:gd name="connsiteX0" fmla="*/ 834625 w 3869999"/>
              <a:gd name="connsiteY0" fmla="*/ 0 h 6858000"/>
              <a:gd name="connsiteX1" fmla="*/ 3869999 w 3869999"/>
              <a:gd name="connsiteY1" fmla="*/ 0 h 6858000"/>
              <a:gd name="connsiteX2" fmla="*/ 3869999 w 3869999"/>
              <a:gd name="connsiteY2" fmla="*/ 6858000 h 6858000"/>
              <a:gd name="connsiteX3" fmla="*/ 1109523 w 3869999"/>
              <a:gd name="connsiteY3" fmla="*/ 6858000 h 6858000"/>
              <a:gd name="connsiteX4" fmla="*/ 951182 w 3869999"/>
              <a:gd name="connsiteY4" fmla="*/ 6611012 h 6858000"/>
              <a:gd name="connsiteX5" fmla="*/ 0 w 3869999"/>
              <a:gd name="connsiteY5" fmla="*/ 3204150 h 6858000"/>
              <a:gd name="connsiteX6" fmla="*/ 792981 w 3869999"/>
              <a:gd name="connsiteY6" fmla="*/ 7242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9999" h="6858000">
                <a:moveTo>
                  <a:pt x="834625" y="0"/>
                </a:moveTo>
                <a:lnTo>
                  <a:pt x="3869999" y="0"/>
                </a:lnTo>
                <a:lnTo>
                  <a:pt x="3869999" y="6858000"/>
                </a:lnTo>
                <a:lnTo>
                  <a:pt x="1109523" y="6858000"/>
                </a:lnTo>
                <a:lnTo>
                  <a:pt x="951182" y="6611012"/>
                </a:lnTo>
                <a:cubicBezTo>
                  <a:pt x="347586" y="5617625"/>
                  <a:pt x="0" y="4451480"/>
                  <a:pt x="0" y="3204150"/>
                </a:cubicBezTo>
                <a:cubicBezTo>
                  <a:pt x="0" y="2070215"/>
                  <a:pt x="287261" y="1003372"/>
                  <a:pt x="792981" y="72426"/>
                </a:cubicBezTo>
                <a:close/>
              </a:path>
            </a:pathLst>
          </a:custGeom>
          <a:gradFill flip="none" rotWithShape="1">
            <a:gsLst>
              <a:gs pos="0">
                <a:schemeClr val="tx2"/>
              </a:gs>
              <a:gs pos="100000">
                <a:schemeClr val="accent2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A73858E-0F52-4807-9C2F-5D4374AF158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474" t="18612" r="16327" b="13604"/>
          <a:stretch>
            <a:fillRect/>
          </a:stretch>
        </p:blipFill>
        <p:spPr>
          <a:xfrm>
            <a:off x="8368502" y="2051"/>
            <a:ext cx="3869999" cy="6858000"/>
          </a:xfrm>
          <a:custGeom>
            <a:avLst/>
            <a:gdLst>
              <a:gd name="connsiteX0" fmla="*/ 834625 w 3869999"/>
              <a:gd name="connsiteY0" fmla="*/ 0 h 6858000"/>
              <a:gd name="connsiteX1" fmla="*/ 3869999 w 3869999"/>
              <a:gd name="connsiteY1" fmla="*/ 0 h 6858000"/>
              <a:gd name="connsiteX2" fmla="*/ 3869999 w 3869999"/>
              <a:gd name="connsiteY2" fmla="*/ 6858000 h 6858000"/>
              <a:gd name="connsiteX3" fmla="*/ 1109523 w 3869999"/>
              <a:gd name="connsiteY3" fmla="*/ 6858000 h 6858000"/>
              <a:gd name="connsiteX4" fmla="*/ 951182 w 3869999"/>
              <a:gd name="connsiteY4" fmla="*/ 6611012 h 6858000"/>
              <a:gd name="connsiteX5" fmla="*/ 0 w 3869999"/>
              <a:gd name="connsiteY5" fmla="*/ 3204150 h 6858000"/>
              <a:gd name="connsiteX6" fmla="*/ 792981 w 3869999"/>
              <a:gd name="connsiteY6" fmla="*/ 7242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9999" h="6858000">
                <a:moveTo>
                  <a:pt x="834625" y="0"/>
                </a:moveTo>
                <a:lnTo>
                  <a:pt x="3869999" y="0"/>
                </a:lnTo>
                <a:lnTo>
                  <a:pt x="3869999" y="6858000"/>
                </a:lnTo>
                <a:lnTo>
                  <a:pt x="1109523" y="6858000"/>
                </a:lnTo>
                <a:lnTo>
                  <a:pt x="951182" y="6611012"/>
                </a:lnTo>
                <a:cubicBezTo>
                  <a:pt x="347586" y="5617625"/>
                  <a:pt x="0" y="4451480"/>
                  <a:pt x="0" y="3204150"/>
                </a:cubicBezTo>
                <a:cubicBezTo>
                  <a:pt x="0" y="2070215"/>
                  <a:pt x="287261" y="1003372"/>
                  <a:pt x="792981" y="72426"/>
                </a:cubicBezTo>
                <a:close/>
              </a:path>
            </a:pathLst>
          </a:custGeom>
          <a:effectLst/>
        </p:spPr>
      </p:pic>
      <p:sp>
        <p:nvSpPr>
          <p:cNvPr id="17" name="Заголовок 8">
            <a:extLst>
              <a:ext uri="{FF2B5EF4-FFF2-40B4-BE49-F238E27FC236}">
                <a16:creationId xmlns:a16="http://schemas.microsoft.com/office/drawing/2014/main" id="{96C671C9-5D83-4D71-9FB1-EF0858C9EDB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87307" y="874226"/>
            <a:ext cx="4859701" cy="1149549"/>
          </a:xfrm>
          <a:prstGeom prst="rect">
            <a:avLst/>
          </a:prstGeom>
        </p:spPr>
        <p:txBody>
          <a:bodyPr anchor="t"/>
          <a:lstStyle>
            <a:lvl1pPr algn="l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</a:t>
            </a:r>
            <a:br>
              <a:rPr lang="en-US" dirty="0"/>
            </a:br>
            <a:r>
              <a:rPr lang="ru-RU" dirty="0"/>
              <a:t>ЗАГОЛОВКА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2565AD6E-9E95-445E-9FC2-129B499F40B0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77435" y="2313671"/>
            <a:ext cx="4859700" cy="114954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rgbClr val="14003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333433D8-92A1-4328-A566-3A705F867D9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887307" y="3583356"/>
            <a:ext cx="4474574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Tx/>
              <a:buBlip>
                <a:blip r:embed="rId3"/>
              </a:buBlip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8" name="Рисунок 4">
            <a:extLst>
              <a:ext uri="{FF2B5EF4-FFF2-40B4-BE49-F238E27FC236}">
                <a16:creationId xmlns:a16="http://schemas.microsoft.com/office/drawing/2014/main" id="{6F7634E8-F701-45D5-A4AA-6ECE7443285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096000" y="549275"/>
            <a:ext cx="5217673" cy="5706042"/>
          </a:xfrm>
          <a:prstGeom prst="round2DiagRect">
            <a:avLst>
              <a:gd name="adj1" fmla="val 12060"/>
              <a:gd name="adj2" fmla="val 0"/>
            </a:avLst>
          </a:prstGeom>
          <a:solidFill>
            <a:schemeClr val="bg1">
              <a:lumMod val="95000"/>
              <a:alpha val="98000"/>
            </a:schemeClr>
          </a:solidFill>
        </p:spPr>
        <p:txBody>
          <a:bodyPr/>
          <a:lstStyle/>
          <a:p>
            <a:r>
              <a:rPr lang="ru-RU" dirty="0"/>
              <a:t>Вставка рисунка</a:t>
            </a:r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798B29D0-DC4C-411C-8968-A3474FD2A9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EB8BEE24-0EF1-4988-925F-98335517ED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6D81A94E-50B4-4E00-AC27-F0162BFC4A8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87279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олилиния: фигура 1">
            <a:extLst>
              <a:ext uri="{FF2B5EF4-FFF2-40B4-BE49-F238E27FC236}">
                <a16:creationId xmlns:a16="http://schemas.microsoft.com/office/drawing/2014/main" id="{18369521-FE28-4C33-84DF-95140C989EDF}"/>
              </a:ext>
            </a:extLst>
          </p:cNvPr>
          <p:cNvSpPr/>
          <p:nvPr/>
        </p:nvSpPr>
        <p:spPr>
          <a:xfrm>
            <a:off x="8368501" y="0"/>
            <a:ext cx="3869999" cy="6858000"/>
          </a:xfrm>
          <a:custGeom>
            <a:avLst/>
            <a:gdLst>
              <a:gd name="connsiteX0" fmla="*/ 834625 w 3869999"/>
              <a:gd name="connsiteY0" fmla="*/ 0 h 6858000"/>
              <a:gd name="connsiteX1" fmla="*/ 3869999 w 3869999"/>
              <a:gd name="connsiteY1" fmla="*/ 0 h 6858000"/>
              <a:gd name="connsiteX2" fmla="*/ 3869999 w 3869999"/>
              <a:gd name="connsiteY2" fmla="*/ 6858000 h 6858000"/>
              <a:gd name="connsiteX3" fmla="*/ 1109523 w 3869999"/>
              <a:gd name="connsiteY3" fmla="*/ 6858000 h 6858000"/>
              <a:gd name="connsiteX4" fmla="*/ 951182 w 3869999"/>
              <a:gd name="connsiteY4" fmla="*/ 6611012 h 6858000"/>
              <a:gd name="connsiteX5" fmla="*/ 0 w 3869999"/>
              <a:gd name="connsiteY5" fmla="*/ 3204150 h 6858000"/>
              <a:gd name="connsiteX6" fmla="*/ 792981 w 3869999"/>
              <a:gd name="connsiteY6" fmla="*/ 7242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9999" h="6858000">
                <a:moveTo>
                  <a:pt x="834625" y="0"/>
                </a:moveTo>
                <a:lnTo>
                  <a:pt x="3869999" y="0"/>
                </a:lnTo>
                <a:lnTo>
                  <a:pt x="3869999" y="6858000"/>
                </a:lnTo>
                <a:lnTo>
                  <a:pt x="1109523" y="6858000"/>
                </a:lnTo>
                <a:lnTo>
                  <a:pt x="951182" y="6611012"/>
                </a:lnTo>
                <a:cubicBezTo>
                  <a:pt x="347586" y="5617625"/>
                  <a:pt x="0" y="4451480"/>
                  <a:pt x="0" y="3204150"/>
                </a:cubicBezTo>
                <a:cubicBezTo>
                  <a:pt x="0" y="2070215"/>
                  <a:pt x="287261" y="1003372"/>
                  <a:pt x="792981" y="72426"/>
                </a:cubicBezTo>
                <a:close/>
              </a:path>
            </a:pathLst>
          </a:custGeom>
          <a:gradFill flip="none" rotWithShape="1">
            <a:gsLst>
              <a:gs pos="0">
                <a:schemeClr val="tx2"/>
              </a:gs>
              <a:gs pos="100000">
                <a:schemeClr val="accent2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A73858E-0F52-4807-9C2F-5D4374AF158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474" t="18612" r="16327" b="13604"/>
          <a:stretch>
            <a:fillRect/>
          </a:stretch>
        </p:blipFill>
        <p:spPr>
          <a:xfrm>
            <a:off x="8368502" y="2051"/>
            <a:ext cx="3869999" cy="6858000"/>
          </a:xfrm>
          <a:custGeom>
            <a:avLst/>
            <a:gdLst>
              <a:gd name="connsiteX0" fmla="*/ 834625 w 3869999"/>
              <a:gd name="connsiteY0" fmla="*/ 0 h 6858000"/>
              <a:gd name="connsiteX1" fmla="*/ 3869999 w 3869999"/>
              <a:gd name="connsiteY1" fmla="*/ 0 h 6858000"/>
              <a:gd name="connsiteX2" fmla="*/ 3869999 w 3869999"/>
              <a:gd name="connsiteY2" fmla="*/ 6858000 h 6858000"/>
              <a:gd name="connsiteX3" fmla="*/ 1109523 w 3869999"/>
              <a:gd name="connsiteY3" fmla="*/ 6858000 h 6858000"/>
              <a:gd name="connsiteX4" fmla="*/ 951182 w 3869999"/>
              <a:gd name="connsiteY4" fmla="*/ 6611012 h 6858000"/>
              <a:gd name="connsiteX5" fmla="*/ 0 w 3869999"/>
              <a:gd name="connsiteY5" fmla="*/ 3204150 h 6858000"/>
              <a:gd name="connsiteX6" fmla="*/ 792981 w 3869999"/>
              <a:gd name="connsiteY6" fmla="*/ 7242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9999" h="6858000">
                <a:moveTo>
                  <a:pt x="834625" y="0"/>
                </a:moveTo>
                <a:lnTo>
                  <a:pt x="3869999" y="0"/>
                </a:lnTo>
                <a:lnTo>
                  <a:pt x="3869999" y="6858000"/>
                </a:lnTo>
                <a:lnTo>
                  <a:pt x="1109523" y="6858000"/>
                </a:lnTo>
                <a:lnTo>
                  <a:pt x="951182" y="6611012"/>
                </a:lnTo>
                <a:cubicBezTo>
                  <a:pt x="347586" y="5617625"/>
                  <a:pt x="0" y="4451480"/>
                  <a:pt x="0" y="3204150"/>
                </a:cubicBezTo>
                <a:cubicBezTo>
                  <a:pt x="0" y="2070215"/>
                  <a:pt x="287261" y="1003372"/>
                  <a:pt x="792981" y="72426"/>
                </a:cubicBezTo>
                <a:close/>
              </a:path>
            </a:pathLst>
          </a:custGeom>
          <a:effectLst/>
        </p:spPr>
      </p:pic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798B29D0-DC4C-411C-8968-A3474FD2A9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EB8BEE24-0EF1-4988-925F-98335517ED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3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FE0F6B2E-5B0A-46EA-8E17-4AF173604191}"/>
              </a:ext>
            </a:extLst>
          </p:cNvPr>
          <p:cNvSpPr/>
          <p:nvPr/>
        </p:nvSpPr>
        <p:spPr>
          <a:xfrm>
            <a:off x="515937" y="911325"/>
            <a:ext cx="11160126" cy="5397399"/>
          </a:xfrm>
          <a:prstGeom prst="round2DiagRect">
            <a:avLst>
              <a:gd name="adj1" fmla="val 0"/>
              <a:gd name="adj2" fmla="val 13723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92B32CE9-7CB2-418C-808B-949329BE40E3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77434" y="1001326"/>
            <a:ext cx="6208565" cy="114954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rgbClr val="14003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15236A3F-1565-4958-8BE8-267EA43F26E0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877434" y="1441655"/>
            <a:ext cx="6208566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6" name="Заголовок 8">
            <a:extLst>
              <a:ext uri="{FF2B5EF4-FFF2-40B4-BE49-F238E27FC236}">
                <a16:creationId xmlns:a16="http://schemas.microsoft.com/office/drawing/2014/main" id="{C99EB207-0E46-4901-BDBF-B3CB3FADA1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77435" y="336554"/>
            <a:ext cx="6208565" cy="540015"/>
          </a:xfrm>
          <a:prstGeom prst="rect">
            <a:avLst/>
          </a:prstGeom>
        </p:spPr>
        <p:txBody>
          <a:bodyPr anchor="t"/>
          <a:lstStyle>
            <a:lvl1pPr algn="l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53F207C2-B21A-41D8-BD21-10C49833036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051032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с одним скругленным углом 17">
            <a:extLst>
              <a:ext uri="{FF2B5EF4-FFF2-40B4-BE49-F238E27FC236}">
                <a16:creationId xmlns:a16="http://schemas.microsoft.com/office/drawing/2014/main" id="{3AF4703D-3D13-4134-95EA-C0C4111AAB9F}"/>
              </a:ext>
            </a:extLst>
          </p:cNvPr>
          <p:cNvSpPr/>
          <p:nvPr/>
        </p:nvSpPr>
        <p:spPr>
          <a:xfrm flipH="1">
            <a:off x="0" y="2664000"/>
            <a:ext cx="12192000" cy="4226832"/>
          </a:xfrm>
          <a:prstGeom prst="round1Rect">
            <a:avLst>
              <a:gd name="adj" fmla="val 50000"/>
            </a:avLst>
          </a:prstGeom>
          <a:gradFill flip="none" rotWithShape="0">
            <a:gsLst>
              <a:gs pos="0">
                <a:schemeClr val="tx2"/>
              </a:gs>
              <a:gs pos="100000">
                <a:schemeClr val="accent2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ru-RU" dirty="0"/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798B29D0-DC4C-411C-8968-A3474FD2A9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EB8BEE24-0EF1-4988-925F-98335517ED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4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DF2132C2-B239-49F5-AAB4-0BF4A1CBAD79}"/>
              </a:ext>
            </a:extLst>
          </p:cNvPr>
          <p:cNvSpPr/>
          <p:nvPr/>
        </p:nvSpPr>
        <p:spPr>
          <a:xfrm>
            <a:off x="515937" y="911325"/>
            <a:ext cx="11160126" cy="5397399"/>
          </a:xfrm>
          <a:prstGeom prst="round2DiagRect">
            <a:avLst>
              <a:gd name="adj1" fmla="val 0"/>
              <a:gd name="adj2" fmla="val 13723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8" name="Заголовок 8">
            <a:extLst>
              <a:ext uri="{FF2B5EF4-FFF2-40B4-BE49-F238E27FC236}">
                <a16:creationId xmlns:a16="http://schemas.microsoft.com/office/drawing/2014/main" id="{37A3BEE4-8DD8-4EAA-A669-48E57B8AFC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77435" y="336554"/>
            <a:ext cx="6208565" cy="540015"/>
          </a:xfrm>
          <a:prstGeom prst="rect">
            <a:avLst/>
          </a:prstGeom>
        </p:spPr>
        <p:txBody>
          <a:bodyPr anchor="t"/>
          <a:lstStyle>
            <a:lvl1pPr algn="l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17014920-721C-429D-A4DC-8BDA04BEB674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77434" y="1001326"/>
            <a:ext cx="6208565" cy="114954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rgbClr val="14003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C229E9F6-94FF-4E01-8F1A-3089CEE7E509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877434" y="1441655"/>
            <a:ext cx="6208566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4E93D347-210C-4946-873B-2D6313825CF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13576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с одним скругленным углом 17">
            <a:extLst>
              <a:ext uri="{FF2B5EF4-FFF2-40B4-BE49-F238E27FC236}">
                <a16:creationId xmlns:a16="http://schemas.microsoft.com/office/drawing/2014/main" id="{0F144F6E-6BCE-489B-9AB2-8D419C559234}"/>
              </a:ext>
            </a:extLst>
          </p:cNvPr>
          <p:cNvSpPr/>
          <p:nvPr/>
        </p:nvSpPr>
        <p:spPr>
          <a:xfrm flipH="1">
            <a:off x="0" y="2664000"/>
            <a:ext cx="12192000" cy="4226832"/>
          </a:xfrm>
          <a:prstGeom prst="round1Rect">
            <a:avLst>
              <a:gd name="adj" fmla="val 50000"/>
            </a:avLst>
          </a:prstGeom>
          <a:gradFill flip="none" rotWithShape="1">
            <a:gsLst>
              <a:gs pos="60000">
                <a:srgbClr val="460F64"/>
              </a:gs>
              <a:gs pos="6000">
                <a:srgbClr val="89126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dirty="0"/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798B29D0-DC4C-411C-8968-A3474FD2A9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EB8BEE24-0EF1-4988-925F-98335517ED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1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E560B45F-C8A0-4BC4-9717-3E8B7932F14F}"/>
              </a:ext>
            </a:extLst>
          </p:cNvPr>
          <p:cNvSpPr/>
          <p:nvPr/>
        </p:nvSpPr>
        <p:spPr>
          <a:xfrm>
            <a:off x="515937" y="909638"/>
            <a:ext cx="11160126" cy="5397036"/>
          </a:xfrm>
          <a:prstGeom prst="round2DiagRect">
            <a:avLst>
              <a:gd name="adj1" fmla="val 0"/>
              <a:gd name="adj2" fmla="val 19028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3" name="Заголовок 8">
            <a:extLst>
              <a:ext uri="{FF2B5EF4-FFF2-40B4-BE49-F238E27FC236}">
                <a16:creationId xmlns:a16="http://schemas.microsoft.com/office/drawing/2014/main" id="{C63345B1-B0E7-4D70-BB55-1F95D565E0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1674"/>
            <a:ext cx="5939700" cy="546468"/>
          </a:xfrm>
          <a:prstGeom prst="rect">
            <a:avLst/>
          </a:prstGeom>
        </p:spPr>
        <p:txBody>
          <a:bodyPr/>
          <a:lstStyle>
            <a:lvl1pPr algn="ctr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E346F714-E33D-4B52-9C26-1110CFBBE27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969761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с одним скругленным углом 17">
            <a:extLst>
              <a:ext uri="{FF2B5EF4-FFF2-40B4-BE49-F238E27FC236}">
                <a16:creationId xmlns:a16="http://schemas.microsoft.com/office/drawing/2014/main" id="{0F144F6E-6BCE-489B-9AB2-8D419C559234}"/>
              </a:ext>
            </a:extLst>
          </p:cNvPr>
          <p:cNvSpPr/>
          <p:nvPr/>
        </p:nvSpPr>
        <p:spPr>
          <a:xfrm flipH="1">
            <a:off x="0" y="2664000"/>
            <a:ext cx="12192000" cy="4226832"/>
          </a:xfrm>
          <a:prstGeom prst="round1Rect">
            <a:avLst>
              <a:gd name="adj" fmla="val 50000"/>
            </a:avLst>
          </a:prstGeom>
          <a:gradFill flip="none" rotWithShape="1">
            <a:gsLst>
              <a:gs pos="60000">
                <a:srgbClr val="460F64"/>
              </a:gs>
              <a:gs pos="6000">
                <a:srgbClr val="89126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dirty="0"/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798B29D0-DC4C-411C-8968-A3474FD2A9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EB8BEE24-0EF1-4988-925F-98335517ED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3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F98F47A8-87AD-4840-9693-720EF7ACB5A2}"/>
              </a:ext>
            </a:extLst>
          </p:cNvPr>
          <p:cNvSpPr/>
          <p:nvPr/>
        </p:nvSpPr>
        <p:spPr>
          <a:xfrm>
            <a:off x="515938" y="909638"/>
            <a:ext cx="5492222" cy="5397036"/>
          </a:xfrm>
          <a:prstGeom prst="round2DiagRect">
            <a:avLst>
              <a:gd name="adj1" fmla="val 0"/>
              <a:gd name="adj2" fmla="val 8114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8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A379D60F-B549-464B-A6AD-0D1B17810B55}"/>
              </a:ext>
            </a:extLst>
          </p:cNvPr>
          <p:cNvSpPr/>
          <p:nvPr/>
        </p:nvSpPr>
        <p:spPr>
          <a:xfrm>
            <a:off x="6183842" y="909638"/>
            <a:ext cx="5492219" cy="5397036"/>
          </a:xfrm>
          <a:prstGeom prst="round2DiagRect">
            <a:avLst>
              <a:gd name="adj1" fmla="val 0"/>
              <a:gd name="adj2" fmla="val 9760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dirty="0"/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6F7A58A0-866F-45A5-ABDD-2E6FEA9A30FA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76300" y="1079801"/>
            <a:ext cx="4859700" cy="71389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2400" b="1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  <a:endParaRPr lang="en-US" dirty="0"/>
          </a:p>
          <a:p>
            <a:pPr lvl="0"/>
            <a:endParaRPr lang="ru-RU" dirty="0"/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C2328276-5760-47CA-A7AB-F9470C19FF11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6542848" y="1079801"/>
            <a:ext cx="4818152" cy="71389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None/>
              <a:defRPr lang="en-US" sz="24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ru-RU" dirty="0"/>
              <a:t>Подзаголовок</a:t>
            </a:r>
            <a:endParaRPr lang="en-US" dirty="0"/>
          </a:p>
          <a:p>
            <a:pPr lvl="0"/>
            <a:endParaRPr lang="ru-RU" dirty="0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978DE2D0-8104-4DA9-A1BF-3CB0B6B4B2D8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877434" y="1558357"/>
            <a:ext cx="4858566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736DA5E7-780F-4B4D-8940-462531A43F88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536554" y="1558357"/>
            <a:ext cx="4858566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7" name="Заголовок 8">
            <a:extLst>
              <a:ext uri="{FF2B5EF4-FFF2-40B4-BE49-F238E27FC236}">
                <a16:creationId xmlns:a16="http://schemas.microsoft.com/office/drawing/2014/main" id="{6EC25276-CBC3-4D45-AB42-DA6E1E92F0C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1674"/>
            <a:ext cx="5939700" cy="546468"/>
          </a:xfrm>
          <a:prstGeom prst="rect">
            <a:avLst/>
          </a:prstGeom>
        </p:spPr>
        <p:txBody>
          <a:bodyPr/>
          <a:lstStyle>
            <a:lvl1pPr algn="ctr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DB499F52-401A-49BF-99CB-EA635ADB8D5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299285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_Пустой слайд">
    <p:bg>
      <p:bgPr>
        <a:solidFill>
          <a:schemeClr val="bg2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19954B67-D381-4FD3-97E0-701E618487B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alphaModFix amt="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95" r="9484" b="25980"/>
          <a:stretch/>
        </p:blipFill>
        <p:spPr>
          <a:xfrm>
            <a:off x="0" y="3568941"/>
            <a:ext cx="12192000" cy="3289059"/>
          </a:xfrm>
          <a:prstGeom prst="rect">
            <a:avLst/>
          </a:prstGeom>
        </p:spPr>
      </p:pic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26F325A6-FCD5-4BEC-B542-64FF674C38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3E01F455-85BE-4C64-BD67-DE0DA1AFD7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6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5114AFB7-9B3F-4339-BB08-6D23CCF5F296}"/>
              </a:ext>
            </a:extLst>
          </p:cNvPr>
          <p:cNvSpPr/>
          <p:nvPr/>
        </p:nvSpPr>
        <p:spPr>
          <a:xfrm>
            <a:off x="515937" y="911325"/>
            <a:ext cx="11160126" cy="5397399"/>
          </a:xfrm>
          <a:prstGeom prst="round2DiagRect">
            <a:avLst>
              <a:gd name="adj1" fmla="val 0"/>
              <a:gd name="adj2" fmla="val 13723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7" name="Заголовок 8">
            <a:extLst>
              <a:ext uri="{FF2B5EF4-FFF2-40B4-BE49-F238E27FC236}">
                <a16:creationId xmlns:a16="http://schemas.microsoft.com/office/drawing/2014/main" id="{60A035A8-32D1-4B95-963F-45D4D7999C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77435" y="336554"/>
            <a:ext cx="6208565" cy="540015"/>
          </a:xfrm>
          <a:prstGeom prst="rect">
            <a:avLst/>
          </a:prstGeom>
        </p:spPr>
        <p:txBody>
          <a:bodyPr anchor="t"/>
          <a:lstStyle>
            <a:lvl1pPr algn="l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AE136376-623D-43AD-92C2-E82802B7B3ED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77434" y="1001326"/>
            <a:ext cx="6208565" cy="114954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rgbClr val="14003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0D71B7AD-6A28-4FF7-BEA1-CF124456B3AD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877434" y="1441655"/>
            <a:ext cx="6208566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pic>
        <p:nvPicPr>
          <p:cNvPr id="30" name="Рисунок 29">
            <a:extLst>
              <a:ext uri="{FF2B5EF4-FFF2-40B4-BE49-F238E27FC236}">
                <a16:creationId xmlns:a16="http://schemas.microsoft.com/office/drawing/2014/main" id="{A5DA1F66-68E5-4E42-B3E4-A93887B78CB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064259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ользовательский макет">
    <p:bg>
      <p:bgPr>
        <a:solidFill>
          <a:schemeClr val="bg2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3D790A0E-C765-4FF7-B56B-A915D8A908E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alphaModFix amt="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95" r="9484" b="25980"/>
          <a:stretch/>
        </p:blipFill>
        <p:spPr>
          <a:xfrm>
            <a:off x="0" y="3568941"/>
            <a:ext cx="12192000" cy="3289059"/>
          </a:xfrm>
          <a:prstGeom prst="rect">
            <a:avLst/>
          </a:prstGeom>
        </p:spPr>
      </p:pic>
      <p:sp>
        <p:nvSpPr>
          <p:cNvPr id="23" name="Прямоугольник: скругленные противолежащие углы 22">
            <a:extLst>
              <a:ext uri="{FF2B5EF4-FFF2-40B4-BE49-F238E27FC236}">
                <a16:creationId xmlns:a16="http://schemas.microsoft.com/office/drawing/2014/main" id="{574AD74A-57B1-4501-B06C-0EDB635B7EDB}"/>
              </a:ext>
            </a:extLst>
          </p:cNvPr>
          <p:cNvSpPr/>
          <p:nvPr/>
        </p:nvSpPr>
        <p:spPr>
          <a:xfrm>
            <a:off x="6320937" y="414000"/>
            <a:ext cx="4994763" cy="5625000"/>
          </a:xfrm>
          <a:prstGeom prst="round2DiagRect">
            <a:avLst>
              <a:gd name="adj1" fmla="val 0"/>
              <a:gd name="adj2" fmla="val 8369"/>
            </a:avLst>
          </a:prstGeom>
          <a:gradFill flip="none" rotWithShape="1">
            <a:gsLst>
              <a:gs pos="60000">
                <a:srgbClr val="460F64"/>
              </a:gs>
              <a:gs pos="6000">
                <a:srgbClr val="89126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dirty="0"/>
          </a:p>
        </p:txBody>
      </p:sp>
      <p:sp>
        <p:nvSpPr>
          <p:cNvPr id="20" name="Прямоугольник: скругленные противолежащие углы 19">
            <a:extLst>
              <a:ext uri="{FF2B5EF4-FFF2-40B4-BE49-F238E27FC236}">
                <a16:creationId xmlns:a16="http://schemas.microsoft.com/office/drawing/2014/main" id="{DE855376-4B41-441F-B27E-C427BE114FC8}"/>
              </a:ext>
            </a:extLst>
          </p:cNvPr>
          <p:cNvSpPr/>
          <p:nvPr/>
        </p:nvSpPr>
        <p:spPr>
          <a:xfrm>
            <a:off x="876300" y="414000"/>
            <a:ext cx="4994701" cy="5625000"/>
          </a:xfrm>
          <a:prstGeom prst="round2DiagRect">
            <a:avLst>
              <a:gd name="adj1" fmla="val 0"/>
              <a:gd name="adj2" fmla="val 8369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dirty="0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5864260F-32D3-4587-B64B-12E2B1BE194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4CAED4F-F1AE-4731-AADE-D5A0F15D732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5" name="Заголовок 8">
            <a:extLst>
              <a:ext uri="{FF2B5EF4-FFF2-40B4-BE49-F238E27FC236}">
                <a16:creationId xmlns:a16="http://schemas.microsoft.com/office/drawing/2014/main" id="{8D7CF973-5762-45E0-A920-65C8F5FCA9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37435" y="612650"/>
            <a:ext cx="4273565" cy="540015"/>
          </a:xfrm>
          <a:prstGeom prst="rect">
            <a:avLst/>
          </a:prstGeom>
        </p:spPr>
        <p:txBody>
          <a:bodyPr anchor="t"/>
          <a:lstStyle>
            <a:lvl1pPr algn="l">
              <a:defRPr lang="ru-RU" sz="24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C1059EC4-6F39-41CE-945E-4B42108D2C19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1237434" y="1001326"/>
            <a:ext cx="4273565" cy="4274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rgbClr val="14003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D06DF096-1939-48A8-B9E5-61C84EDBB2A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236299" y="1448550"/>
            <a:ext cx="4273565" cy="3600450"/>
          </a:xfrm>
          <a:prstGeom prst="rect">
            <a:avLst/>
          </a:prstGeom>
        </p:spPr>
        <p:txBody>
          <a:bodyPr/>
          <a:lstStyle>
            <a:lvl1pPr marL="285750" indent="-285750">
              <a:lnSpc>
                <a:spcPct val="110000"/>
              </a:lnSpc>
              <a:spcAft>
                <a:spcPts val="1200"/>
              </a:spcAft>
              <a:buFontTx/>
              <a:buBlip>
                <a:blip r:embed="rId3"/>
              </a:buBlip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Повседневная практика показывает, что новая модель организационной деятельности влечет за собой процесс внедрения и модернизации дальнейших направлений развития. </a:t>
            </a:r>
          </a:p>
          <a:p>
            <a:pPr lvl="0"/>
            <a:r>
              <a:rPr lang="ru-RU" dirty="0"/>
              <a:t>С другой стороны постоянное информационно-пропагандистское обеспечение нашей деятельности позволяет оценить значение соответствующий условий активизации. </a:t>
            </a:r>
          </a:p>
          <a:p>
            <a:pPr lvl="0"/>
            <a:r>
              <a:rPr lang="ru-RU" dirty="0"/>
              <a:t>Равным образом консультация с широким активом способствует подготовки и реализации форм развития.</a:t>
            </a:r>
          </a:p>
        </p:txBody>
      </p:sp>
      <p:sp>
        <p:nvSpPr>
          <p:cNvPr id="19" name="Текст 18">
            <a:extLst>
              <a:ext uri="{FF2B5EF4-FFF2-40B4-BE49-F238E27FC236}">
                <a16:creationId xmlns:a16="http://schemas.microsoft.com/office/drawing/2014/main" id="{99FA92D1-D458-4FAA-95F2-763588F0EF5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636001" y="612646"/>
            <a:ext cx="4275000" cy="53975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400" b="1" kern="1200" spc="130" baseline="0" dirty="0">
                <a:solidFill>
                  <a:schemeClr val="bg2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ru-RU" dirty="0"/>
              <a:t>ОБРАЗЕЦ ЗАГОЛОВКА</a:t>
            </a:r>
          </a:p>
        </p:txBody>
      </p:sp>
      <p:sp>
        <p:nvSpPr>
          <p:cNvPr id="25" name="Текст 24">
            <a:extLst>
              <a:ext uri="{FF2B5EF4-FFF2-40B4-BE49-F238E27FC236}">
                <a16:creationId xmlns:a16="http://schemas.microsoft.com/office/drawing/2014/main" id="{3B74E89A-BEDD-43CF-93E1-B78261D2D72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635750" y="1001713"/>
            <a:ext cx="4275138" cy="539750"/>
          </a:xfrm>
          <a:prstGeom prst="rect">
            <a:avLst/>
          </a:prstGeom>
        </p:spPr>
        <p:txBody>
          <a:bodyPr/>
          <a:lstStyle>
            <a:lvl1pPr marL="0" algn="l" defTabSz="914400" rtl="0" eaLnBrk="1" latinLnBrk="0" hangingPunct="1">
              <a:defRPr lang="ru-RU" sz="1800" b="1" kern="1200" baseline="0" dirty="0">
                <a:solidFill>
                  <a:schemeClr val="bg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0" algn="ctr" defTabSz="914400" rtl="0" eaLnBrk="1" latinLnBrk="0" hangingPunct="1">
              <a:defRPr lang="ru-RU" sz="1800" kern="1200" dirty="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0" algn="ctr" defTabSz="914400" rtl="0" eaLnBrk="1" latinLnBrk="0" hangingPunct="1">
              <a:defRPr lang="ru-RU" sz="1800" kern="1200" dirty="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0" algn="ctr" defTabSz="914400" rtl="0" eaLnBrk="1" latinLnBrk="0" hangingPunct="1">
              <a:defRPr lang="ru-RU" sz="1800" kern="1200" dirty="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0" algn="ctr" defTabSz="914400" rtl="0" eaLnBrk="1" latinLnBrk="0" hangingPunct="1">
              <a:defRPr lang="ru-R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6" name="Текст 9">
            <a:extLst>
              <a:ext uri="{FF2B5EF4-FFF2-40B4-BE49-F238E27FC236}">
                <a16:creationId xmlns:a16="http://schemas.microsoft.com/office/drawing/2014/main" id="{8EA17D82-02DA-4BEE-9F69-6CAB21EFC7F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635637" y="1448550"/>
            <a:ext cx="4273565" cy="3600450"/>
          </a:xfrm>
          <a:prstGeom prst="rect">
            <a:avLst/>
          </a:prstGeom>
        </p:spPr>
        <p:txBody>
          <a:bodyPr/>
          <a:lstStyle>
            <a:lvl1pPr marL="285750" indent="-285750">
              <a:lnSpc>
                <a:spcPct val="110000"/>
              </a:lnSpc>
              <a:spcAft>
                <a:spcPts val="1200"/>
              </a:spcAft>
              <a:buFontTx/>
              <a:buBlip>
                <a:blip r:embed="rId3"/>
              </a:buBlip>
              <a:defRPr sz="1600">
                <a:solidFill>
                  <a:schemeClr val="bg2"/>
                </a:solidFill>
              </a:defRPr>
            </a:lvl1pPr>
          </a:lstStyle>
          <a:p>
            <a:pPr lvl="0"/>
            <a:r>
              <a:rPr lang="ru-RU" dirty="0"/>
              <a:t>Повседневная практика показывает, что новая модель организационной деятельности влечет за собой процесс внедрения и модернизации дальнейших направлений развития. </a:t>
            </a:r>
          </a:p>
          <a:p>
            <a:pPr lvl="0"/>
            <a:r>
              <a:rPr lang="ru-RU" dirty="0"/>
              <a:t>С другой стороны постоянное информационно-пропагандистское обеспечение нашей деятельности позволяет оценить значение соответствующий условий активизации. </a:t>
            </a:r>
          </a:p>
          <a:p>
            <a:pPr lvl="0"/>
            <a:r>
              <a:rPr lang="ru-RU" dirty="0"/>
              <a:t>Равным образом консультация с широким активом способствует подготовки и реализации форм развития.</a:t>
            </a:r>
          </a:p>
        </p:txBody>
      </p:sp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1998C1D8-7B65-4B56-B8B7-500B573D524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497238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Пустой слайд">
    <p:bg>
      <p:bgPr>
        <a:solidFill>
          <a:schemeClr val="bg2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0B472E55-5FB7-45AD-9D6B-7BA57A80F1E4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alphaModFix amt="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95" r="9484" b="25980"/>
          <a:stretch/>
        </p:blipFill>
        <p:spPr>
          <a:xfrm>
            <a:off x="0" y="3568941"/>
            <a:ext cx="12192000" cy="3289059"/>
          </a:xfrm>
          <a:prstGeom prst="rect">
            <a:avLst/>
          </a:prstGeom>
        </p:spPr>
      </p:pic>
      <p:sp>
        <p:nvSpPr>
          <p:cNvPr id="78" name="Прямоугольник с двумя скругленными противолежащими углами 16">
            <a:extLst>
              <a:ext uri="{FF2B5EF4-FFF2-40B4-BE49-F238E27FC236}">
                <a16:creationId xmlns:a16="http://schemas.microsoft.com/office/drawing/2014/main" id="{AEE5DF19-4ADE-4B9F-83F7-6D2A93325125}"/>
              </a:ext>
            </a:extLst>
          </p:cNvPr>
          <p:cNvSpPr/>
          <p:nvPr/>
        </p:nvSpPr>
        <p:spPr>
          <a:xfrm>
            <a:off x="515938" y="3958075"/>
            <a:ext cx="5529004" cy="2349807"/>
          </a:xfrm>
          <a:prstGeom prst="round2DiagRect">
            <a:avLst>
              <a:gd name="adj1" fmla="val 0"/>
              <a:gd name="adj2" fmla="val 27563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E63C32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" name="Прямоугольник с двумя скругленными противолежащими углами 16">
            <a:extLst>
              <a:ext uri="{FF2B5EF4-FFF2-40B4-BE49-F238E27FC236}">
                <a16:creationId xmlns:a16="http://schemas.microsoft.com/office/drawing/2014/main" id="{E4EE99BA-B94A-4FA1-A356-7EBFD41E95CB}"/>
              </a:ext>
            </a:extLst>
          </p:cNvPr>
          <p:cNvSpPr/>
          <p:nvPr/>
        </p:nvSpPr>
        <p:spPr>
          <a:xfrm>
            <a:off x="6158588" y="3952613"/>
            <a:ext cx="5510686" cy="2356111"/>
          </a:xfrm>
          <a:prstGeom prst="round2DiagRect">
            <a:avLst>
              <a:gd name="adj1" fmla="val 0"/>
              <a:gd name="adj2" fmla="val 21633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E63C32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5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308F6DBB-79B5-477F-BCC8-14C4D18A5731}"/>
              </a:ext>
            </a:extLst>
          </p:cNvPr>
          <p:cNvSpPr/>
          <p:nvPr/>
        </p:nvSpPr>
        <p:spPr>
          <a:xfrm>
            <a:off x="534261" y="919255"/>
            <a:ext cx="2698519" cy="2853634"/>
          </a:xfrm>
          <a:prstGeom prst="round2DiagRect">
            <a:avLst>
              <a:gd name="adj1" fmla="val 0"/>
              <a:gd name="adj2" fmla="val 19028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6" name="Прямоугольник: скругленные противолежащие углы 25">
            <a:extLst>
              <a:ext uri="{FF2B5EF4-FFF2-40B4-BE49-F238E27FC236}">
                <a16:creationId xmlns:a16="http://schemas.microsoft.com/office/drawing/2014/main" id="{301AF38E-E199-4DB4-BB53-A4EFC90C2031}"/>
              </a:ext>
            </a:extLst>
          </p:cNvPr>
          <p:cNvSpPr/>
          <p:nvPr/>
        </p:nvSpPr>
        <p:spPr>
          <a:xfrm flipH="1">
            <a:off x="534257" y="909000"/>
            <a:ext cx="2698519" cy="574249"/>
          </a:xfrm>
          <a:prstGeom prst="round2DiagRect">
            <a:avLst>
              <a:gd name="adj1" fmla="val 50000"/>
              <a:gd name="adj2" fmla="val 0"/>
            </a:avLst>
          </a:prstGeom>
          <a:gradFill flip="none" rotWithShape="1">
            <a:gsLst>
              <a:gs pos="0">
                <a:schemeClr val="tx2"/>
              </a:gs>
              <a:gs pos="100000">
                <a:schemeClr val="accent2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0" algn="ctr" defTabSz="914400" rtl="0" eaLnBrk="1" latinLnBrk="0" hangingPunct="1"/>
            <a:r>
              <a:rPr lang="ru-RU" sz="1600" b="1" kern="1200" baseline="0" dirty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Образец текста</a:t>
            </a:r>
          </a:p>
        </p:txBody>
      </p:sp>
      <p:sp>
        <p:nvSpPr>
          <p:cNvPr id="28" name="Прямоугольник с двумя скругленными противолежащими углами 14">
            <a:extLst>
              <a:ext uri="{FF2B5EF4-FFF2-40B4-BE49-F238E27FC236}">
                <a16:creationId xmlns:a16="http://schemas.microsoft.com/office/drawing/2014/main" id="{37B95D56-A8C7-4C17-B3DC-51D6AE4B1109}"/>
              </a:ext>
            </a:extLst>
          </p:cNvPr>
          <p:cNvSpPr/>
          <p:nvPr/>
        </p:nvSpPr>
        <p:spPr>
          <a:xfrm>
            <a:off x="605999" y="5004000"/>
            <a:ext cx="2699556" cy="945000"/>
          </a:xfrm>
          <a:prstGeom prst="round2DiagRect">
            <a:avLst>
              <a:gd name="adj1" fmla="val 0"/>
              <a:gd name="adj2" fmla="val 25400"/>
            </a:avLst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30" name="Прямоугольник с двумя скругленными противолежащими углами 25">
            <a:extLst>
              <a:ext uri="{FF2B5EF4-FFF2-40B4-BE49-F238E27FC236}">
                <a16:creationId xmlns:a16="http://schemas.microsoft.com/office/drawing/2014/main" id="{2FBC3BB5-9938-45BC-8034-094E66385CA7}"/>
              </a:ext>
            </a:extLst>
          </p:cNvPr>
          <p:cNvSpPr/>
          <p:nvPr/>
        </p:nvSpPr>
        <p:spPr>
          <a:xfrm>
            <a:off x="605999" y="4008968"/>
            <a:ext cx="2699922" cy="905032"/>
          </a:xfrm>
          <a:prstGeom prst="round2DiagRect">
            <a:avLst>
              <a:gd name="adj1" fmla="val 0"/>
              <a:gd name="adj2" fmla="val 25400"/>
            </a:avLst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72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2C288254-C5C9-4375-AF53-9020A684EC55}"/>
              </a:ext>
            </a:extLst>
          </p:cNvPr>
          <p:cNvSpPr/>
          <p:nvPr/>
        </p:nvSpPr>
        <p:spPr>
          <a:xfrm>
            <a:off x="3346427" y="919255"/>
            <a:ext cx="2698519" cy="2853634"/>
          </a:xfrm>
          <a:prstGeom prst="round2DiagRect">
            <a:avLst>
              <a:gd name="adj1" fmla="val 0"/>
              <a:gd name="adj2" fmla="val 19028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3" name="Прямоугольник: скругленные противолежащие углы 72">
            <a:extLst>
              <a:ext uri="{FF2B5EF4-FFF2-40B4-BE49-F238E27FC236}">
                <a16:creationId xmlns:a16="http://schemas.microsoft.com/office/drawing/2014/main" id="{2D67D29F-B0E8-46DA-8290-EFD093E08C1F}"/>
              </a:ext>
            </a:extLst>
          </p:cNvPr>
          <p:cNvSpPr/>
          <p:nvPr/>
        </p:nvSpPr>
        <p:spPr>
          <a:xfrm flipH="1">
            <a:off x="3346423" y="909000"/>
            <a:ext cx="2698519" cy="574249"/>
          </a:xfrm>
          <a:prstGeom prst="round2DiagRect">
            <a:avLst>
              <a:gd name="adj1" fmla="val 50000"/>
              <a:gd name="adj2" fmla="val 0"/>
            </a:avLst>
          </a:prstGeom>
          <a:gradFill flip="none" rotWithShape="1">
            <a:gsLst>
              <a:gs pos="0">
                <a:schemeClr val="tx2"/>
              </a:gs>
              <a:gs pos="100000">
                <a:schemeClr val="accent2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0" algn="ctr" defTabSz="914400" rtl="0" eaLnBrk="1" latinLnBrk="0" hangingPunct="1"/>
            <a:r>
              <a:rPr lang="ru-RU" sz="1600" b="1" kern="1200" baseline="0" dirty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Образец текста</a:t>
            </a:r>
          </a:p>
        </p:txBody>
      </p:sp>
      <p:sp>
        <p:nvSpPr>
          <p:cNvPr id="74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9C643F4E-386A-4270-AD35-8416F2EEF768}"/>
              </a:ext>
            </a:extLst>
          </p:cNvPr>
          <p:cNvSpPr/>
          <p:nvPr/>
        </p:nvSpPr>
        <p:spPr>
          <a:xfrm>
            <a:off x="6158593" y="919255"/>
            <a:ext cx="2698519" cy="2853634"/>
          </a:xfrm>
          <a:prstGeom prst="round2DiagRect">
            <a:avLst>
              <a:gd name="adj1" fmla="val 0"/>
              <a:gd name="adj2" fmla="val 19028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5" name="Прямоугольник: скругленные противолежащие углы 74">
            <a:extLst>
              <a:ext uri="{FF2B5EF4-FFF2-40B4-BE49-F238E27FC236}">
                <a16:creationId xmlns:a16="http://schemas.microsoft.com/office/drawing/2014/main" id="{46A07FD6-3B27-40FC-8C37-A891E1DABDD3}"/>
              </a:ext>
            </a:extLst>
          </p:cNvPr>
          <p:cNvSpPr/>
          <p:nvPr/>
        </p:nvSpPr>
        <p:spPr>
          <a:xfrm flipH="1">
            <a:off x="6158589" y="909000"/>
            <a:ext cx="2698519" cy="574249"/>
          </a:xfrm>
          <a:prstGeom prst="round2DiagRect">
            <a:avLst>
              <a:gd name="adj1" fmla="val 50000"/>
              <a:gd name="adj2" fmla="val 0"/>
            </a:avLst>
          </a:prstGeom>
          <a:gradFill flip="none" rotWithShape="1">
            <a:gsLst>
              <a:gs pos="0">
                <a:schemeClr val="tx2"/>
              </a:gs>
              <a:gs pos="100000">
                <a:schemeClr val="accent2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0" algn="ctr" defTabSz="914400" rtl="0" eaLnBrk="1" latinLnBrk="0" hangingPunct="1"/>
            <a:r>
              <a:rPr lang="ru-RU" sz="1600" b="1" kern="1200" baseline="0" dirty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Образец текста</a:t>
            </a:r>
          </a:p>
        </p:txBody>
      </p:sp>
      <p:sp>
        <p:nvSpPr>
          <p:cNvPr id="76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7459504B-5C16-4B68-8194-E73A2C8BC4CF}"/>
              </a:ext>
            </a:extLst>
          </p:cNvPr>
          <p:cNvSpPr/>
          <p:nvPr/>
        </p:nvSpPr>
        <p:spPr>
          <a:xfrm>
            <a:off x="8970759" y="919255"/>
            <a:ext cx="2698519" cy="2853634"/>
          </a:xfrm>
          <a:prstGeom prst="round2DiagRect">
            <a:avLst>
              <a:gd name="adj1" fmla="val 0"/>
              <a:gd name="adj2" fmla="val 19028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7" name="Прямоугольник: скругленные противолежащие углы 76">
            <a:extLst>
              <a:ext uri="{FF2B5EF4-FFF2-40B4-BE49-F238E27FC236}">
                <a16:creationId xmlns:a16="http://schemas.microsoft.com/office/drawing/2014/main" id="{F6EE3302-42D1-4A52-B9E2-9EFE9D6520BA}"/>
              </a:ext>
            </a:extLst>
          </p:cNvPr>
          <p:cNvSpPr/>
          <p:nvPr/>
        </p:nvSpPr>
        <p:spPr>
          <a:xfrm flipH="1">
            <a:off x="8970755" y="909000"/>
            <a:ext cx="2698519" cy="574249"/>
          </a:xfrm>
          <a:prstGeom prst="round2DiagRect">
            <a:avLst>
              <a:gd name="adj1" fmla="val 50000"/>
              <a:gd name="adj2" fmla="val 0"/>
            </a:avLst>
          </a:prstGeom>
          <a:gradFill flip="none" rotWithShape="1">
            <a:gsLst>
              <a:gs pos="0">
                <a:schemeClr val="tx2"/>
              </a:gs>
              <a:gs pos="100000">
                <a:schemeClr val="accent2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0" algn="ctr" defTabSz="914400" rtl="0" eaLnBrk="1" latinLnBrk="0" hangingPunct="1"/>
            <a:r>
              <a:rPr lang="ru-RU" sz="1600" b="1" kern="1200" baseline="0" dirty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Образец текста</a:t>
            </a:r>
          </a:p>
        </p:txBody>
      </p:sp>
      <p:sp>
        <p:nvSpPr>
          <p:cNvPr id="79" name="Прямоугольник: скругленные противолежащие углы 78">
            <a:extLst>
              <a:ext uri="{FF2B5EF4-FFF2-40B4-BE49-F238E27FC236}">
                <a16:creationId xmlns:a16="http://schemas.microsoft.com/office/drawing/2014/main" id="{653046DC-8947-4CB1-95A2-7B0ED6A27B69}"/>
              </a:ext>
            </a:extLst>
          </p:cNvPr>
          <p:cNvSpPr/>
          <p:nvPr/>
        </p:nvSpPr>
        <p:spPr>
          <a:xfrm flipH="1">
            <a:off x="522726" y="3952614"/>
            <a:ext cx="5510686" cy="646386"/>
          </a:xfrm>
          <a:prstGeom prst="round2DiagRect">
            <a:avLst>
              <a:gd name="adj1" fmla="val 50000"/>
              <a:gd name="adj2" fmla="val 0"/>
            </a:avLst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0" algn="ctr" defTabSz="914400" rtl="0" eaLnBrk="1" latinLnBrk="0" hangingPunct="1"/>
            <a:r>
              <a:rPr lang="ru-RU" sz="1600" b="1" kern="1200" baseline="0" dirty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Образец текста</a:t>
            </a:r>
          </a:p>
        </p:txBody>
      </p: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1AE2E6E8-875A-4282-9DF2-62BF0724DB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BF14337B-E4BC-4592-9196-9D72920910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4" name="Прямоугольник: скругленные противолежащие углы 23">
            <a:extLst>
              <a:ext uri="{FF2B5EF4-FFF2-40B4-BE49-F238E27FC236}">
                <a16:creationId xmlns:a16="http://schemas.microsoft.com/office/drawing/2014/main" id="{283FAD29-CD23-41CE-A5F2-BD906D790A6A}"/>
              </a:ext>
            </a:extLst>
          </p:cNvPr>
          <p:cNvSpPr/>
          <p:nvPr/>
        </p:nvSpPr>
        <p:spPr>
          <a:xfrm flipH="1">
            <a:off x="6161526" y="3952614"/>
            <a:ext cx="5510686" cy="646386"/>
          </a:xfrm>
          <a:prstGeom prst="round2DiagRect">
            <a:avLst>
              <a:gd name="adj1" fmla="val 50000"/>
              <a:gd name="adj2" fmla="val 0"/>
            </a:avLst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0" algn="ctr" defTabSz="914400" rtl="0" eaLnBrk="1" latinLnBrk="0" hangingPunct="1"/>
            <a:r>
              <a:rPr lang="ru-RU" sz="1600" b="1" kern="1200" baseline="0" dirty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Образец текста</a:t>
            </a:r>
          </a:p>
        </p:txBody>
      </p:sp>
      <p:sp>
        <p:nvSpPr>
          <p:cNvPr id="27" name="Заголовок 8">
            <a:extLst>
              <a:ext uri="{FF2B5EF4-FFF2-40B4-BE49-F238E27FC236}">
                <a16:creationId xmlns:a16="http://schemas.microsoft.com/office/drawing/2014/main" id="{47DF941F-34F2-4B9C-B46B-86D5DB43AC6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1674"/>
            <a:ext cx="5939700" cy="546468"/>
          </a:xfrm>
          <a:prstGeom prst="rect">
            <a:avLst/>
          </a:prstGeom>
        </p:spPr>
        <p:txBody>
          <a:bodyPr/>
          <a:lstStyle>
            <a:lvl1pPr algn="ctr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28592FD9-BAD9-43D7-8A19-34F56519196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139500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Пустой слайд">
    <p:bg>
      <p:bgPr>
        <a:solidFill>
          <a:schemeClr val="bg2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B512110F-5E3A-48C2-ADA8-5FDF5FEC849A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alphaModFix amt="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95" r="9484" b="25980"/>
          <a:stretch/>
        </p:blipFill>
        <p:spPr>
          <a:xfrm>
            <a:off x="0" y="3568941"/>
            <a:ext cx="12192000" cy="3289059"/>
          </a:xfrm>
          <a:prstGeom prst="rect">
            <a:avLst/>
          </a:prstGeom>
        </p:spPr>
      </p:pic>
      <p:sp>
        <p:nvSpPr>
          <p:cNvPr id="22" name="Текст 5">
            <a:extLst>
              <a:ext uri="{FF2B5EF4-FFF2-40B4-BE49-F238E27FC236}">
                <a16:creationId xmlns:a16="http://schemas.microsoft.com/office/drawing/2014/main" id="{234BACE3-56DA-4B09-B9BE-2B659AF6C81B}"/>
              </a:ext>
            </a:extLst>
          </p:cNvPr>
          <p:cNvSpPr txBox="1">
            <a:spLocks/>
          </p:cNvSpPr>
          <p:nvPr/>
        </p:nvSpPr>
        <p:spPr>
          <a:xfrm>
            <a:off x="515938" y="909000"/>
            <a:ext cx="5490845" cy="1934361"/>
          </a:xfrm>
          <a:prstGeom prst="round2DiagRect">
            <a:avLst/>
          </a:prstGeom>
          <a:solidFill>
            <a:srgbClr val="F5EDF7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432000" rtlCol="0" anchor="t"/>
          <a:lstStyle>
            <a:defPPr>
              <a:defRPr lang="ru-RU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indent="0" algn="l">
              <a:spcBef>
                <a:spcPts val="300"/>
              </a:spcBef>
              <a:buFont typeface="+mj-lt"/>
              <a:buNone/>
            </a:pPr>
            <a:endParaRPr lang="ru-RU" sz="1200" dirty="0">
              <a:solidFill>
                <a:srgbClr val="140032"/>
              </a:solidFill>
            </a:endParaRPr>
          </a:p>
        </p:txBody>
      </p:sp>
      <p:sp>
        <p:nvSpPr>
          <p:cNvPr id="27" name="Текст 5">
            <a:extLst>
              <a:ext uri="{FF2B5EF4-FFF2-40B4-BE49-F238E27FC236}">
                <a16:creationId xmlns:a16="http://schemas.microsoft.com/office/drawing/2014/main" id="{DCC27D43-6F68-4624-9326-C7A0860193CC}"/>
              </a:ext>
            </a:extLst>
          </p:cNvPr>
          <p:cNvSpPr txBox="1">
            <a:spLocks/>
          </p:cNvSpPr>
          <p:nvPr/>
        </p:nvSpPr>
        <p:spPr>
          <a:xfrm>
            <a:off x="515938" y="2978362"/>
            <a:ext cx="5490845" cy="3329725"/>
          </a:xfrm>
          <a:prstGeom prst="round2DiagRect">
            <a:avLst/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defPPr>
              <a:defRPr lang="ru-RU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>
              <a:spcBef>
                <a:spcPts val="300"/>
              </a:spcBef>
            </a:pPr>
            <a:endParaRPr lang="ru-RU" sz="1200" dirty="0">
              <a:solidFill>
                <a:srgbClr val="140032"/>
              </a:solidFill>
            </a:endParaRPr>
          </a:p>
        </p:txBody>
      </p:sp>
      <p:sp>
        <p:nvSpPr>
          <p:cNvPr id="30" name="Текст 5">
            <a:extLst>
              <a:ext uri="{FF2B5EF4-FFF2-40B4-BE49-F238E27FC236}">
                <a16:creationId xmlns:a16="http://schemas.microsoft.com/office/drawing/2014/main" id="{1414E0C2-8DA4-497C-BF68-2DA956960D17}"/>
              </a:ext>
            </a:extLst>
          </p:cNvPr>
          <p:cNvSpPr txBox="1">
            <a:spLocks/>
          </p:cNvSpPr>
          <p:nvPr/>
        </p:nvSpPr>
        <p:spPr>
          <a:xfrm>
            <a:off x="6185218" y="909000"/>
            <a:ext cx="5490845" cy="1934361"/>
          </a:xfrm>
          <a:prstGeom prst="round2DiagRect">
            <a:avLst/>
          </a:prstGeom>
          <a:solidFill>
            <a:srgbClr val="F5EDF7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432000" rtlCol="0" anchor="t"/>
          <a:lstStyle>
            <a:defPPr>
              <a:defRPr lang="ru-RU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indent="0" algn="l">
              <a:spcBef>
                <a:spcPts val="300"/>
              </a:spcBef>
              <a:buFont typeface="+mj-lt"/>
              <a:buNone/>
            </a:pPr>
            <a:endParaRPr lang="ru-RU" sz="1200" dirty="0">
              <a:solidFill>
                <a:srgbClr val="140032"/>
              </a:solidFill>
            </a:endParaRPr>
          </a:p>
        </p:txBody>
      </p:sp>
      <p:sp>
        <p:nvSpPr>
          <p:cNvPr id="31" name="Текст 5">
            <a:extLst>
              <a:ext uri="{FF2B5EF4-FFF2-40B4-BE49-F238E27FC236}">
                <a16:creationId xmlns:a16="http://schemas.microsoft.com/office/drawing/2014/main" id="{389BA943-16DD-4567-BF57-E9FC0889311A}"/>
              </a:ext>
            </a:extLst>
          </p:cNvPr>
          <p:cNvSpPr txBox="1">
            <a:spLocks/>
          </p:cNvSpPr>
          <p:nvPr/>
        </p:nvSpPr>
        <p:spPr>
          <a:xfrm>
            <a:off x="6185218" y="2979000"/>
            <a:ext cx="5490845" cy="3329725"/>
          </a:xfrm>
          <a:prstGeom prst="round2DiagRect">
            <a:avLst/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defPPr>
              <a:defRPr lang="ru-RU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>
              <a:spcBef>
                <a:spcPts val="300"/>
              </a:spcBef>
            </a:pPr>
            <a:endParaRPr lang="ru-RU" sz="1200" dirty="0">
              <a:solidFill>
                <a:srgbClr val="140032"/>
              </a:solidFill>
            </a:endParaRPr>
          </a:p>
        </p:txBody>
      </p:sp>
      <p:sp>
        <p:nvSpPr>
          <p:cNvPr id="48" name="Text Placeholder 2">
            <a:extLst>
              <a:ext uri="{FF2B5EF4-FFF2-40B4-BE49-F238E27FC236}">
                <a16:creationId xmlns:a16="http://schemas.microsoft.com/office/drawing/2014/main" id="{572BFC82-7ABC-48AF-8372-1E2A94272830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876000" y="1076698"/>
            <a:ext cx="4311854" cy="59985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lang="ru-RU" sz="1400" b="1" kern="1200" dirty="0">
                <a:solidFill>
                  <a:srgbClr val="7F1F9D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50" name="Text Placeholder 2">
            <a:extLst>
              <a:ext uri="{FF2B5EF4-FFF2-40B4-BE49-F238E27FC236}">
                <a16:creationId xmlns:a16="http://schemas.microsoft.com/office/drawing/2014/main" id="{3DDBAFC4-1675-4CF4-AAAE-62B88EBE64E1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876000" y="3159000"/>
            <a:ext cx="4311854" cy="59985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lang="ru-RU" sz="1400" b="1" kern="1200" dirty="0">
                <a:solidFill>
                  <a:srgbClr val="7F1F9D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47" name="Text Placeholder 2">
            <a:extLst>
              <a:ext uri="{FF2B5EF4-FFF2-40B4-BE49-F238E27FC236}">
                <a16:creationId xmlns:a16="http://schemas.microsoft.com/office/drawing/2014/main" id="{F0F9C3F8-3248-4AE1-ABCF-516CDACC3427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76000" y="1373784"/>
            <a:ext cx="4311854" cy="1390612"/>
          </a:xfrm>
          <a:prstGeom prst="rect">
            <a:avLst/>
          </a:prstGeom>
        </p:spPr>
        <p:txBody>
          <a:bodyPr anchor="t">
            <a:noAutofit/>
          </a:bodyPr>
          <a:lstStyle>
            <a:lvl1pPr marL="228600" indent="-228600" algn="l" defTabSz="914400" rtl="0" eaLnBrk="1" latinLnBrk="0" hangingPunct="1">
              <a:lnSpc>
                <a:spcPct val="84000"/>
              </a:lnSpc>
              <a:spcBef>
                <a:spcPts val="300"/>
              </a:spcBef>
              <a:spcAft>
                <a:spcPts val="0"/>
              </a:spcAft>
              <a:buFont typeface="+mj-lt"/>
              <a:buAutoNum type="arabicPeriod"/>
              <a:defRPr lang="ru-RU" sz="1200" kern="1200" dirty="0">
                <a:solidFill>
                  <a:srgbClr val="14003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Описание</a:t>
            </a:r>
          </a:p>
        </p:txBody>
      </p:sp>
      <p:sp>
        <p:nvSpPr>
          <p:cNvPr id="51" name="Text Placeholder 2">
            <a:extLst>
              <a:ext uri="{FF2B5EF4-FFF2-40B4-BE49-F238E27FC236}">
                <a16:creationId xmlns:a16="http://schemas.microsoft.com/office/drawing/2014/main" id="{6ACCA079-6988-414C-8E3F-7FE372D9CCCC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456000" y="1076698"/>
            <a:ext cx="4311854" cy="59985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lang="ru-RU" sz="1400" b="1" kern="1200" dirty="0">
                <a:solidFill>
                  <a:srgbClr val="7F1F9D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52" name="Text Placeholder 2">
            <a:extLst>
              <a:ext uri="{FF2B5EF4-FFF2-40B4-BE49-F238E27FC236}">
                <a16:creationId xmlns:a16="http://schemas.microsoft.com/office/drawing/2014/main" id="{5CE8ACED-B0BA-4848-8429-59A8E4130FAB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456000" y="1373784"/>
            <a:ext cx="4311854" cy="1390612"/>
          </a:xfrm>
          <a:prstGeom prst="rect">
            <a:avLst/>
          </a:prstGeom>
        </p:spPr>
        <p:txBody>
          <a:bodyPr anchor="t">
            <a:noAutofit/>
          </a:bodyPr>
          <a:lstStyle>
            <a:lvl1pPr marL="228600" indent="-228600" algn="l" defTabSz="914400" rtl="0" eaLnBrk="1" latinLnBrk="0" hangingPunct="1">
              <a:lnSpc>
                <a:spcPct val="84000"/>
              </a:lnSpc>
              <a:spcBef>
                <a:spcPts val="3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lang="ru-RU" sz="1200" kern="1200" dirty="0">
                <a:solidFill>
                  <a:srgbClr val="14003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Описание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20DF03CC-8324-4A16-B406-DCE09D0B7C23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6456000" y="3159000"/>
            <a:ext cx="4311854" cy="59985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lang="ru-RU" sz="1400" b="1" kern="1200" dirty="0">
                <a:solidFill>
                  <a:srgbClr val="7F1F9D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49" name="Text Placeholder 2">
            <a:extLst>
              <a:ext uri="{FF2B5EF4-FFF2-40B4-BE49-F238E27FC236}">
                <a16:creationId xmlns:a16="http://schemas.microsoft.com/office/drawing/2014/main" id="{E6E24F2B-70C1-4FB1-BDF5-E84DC9C8D1D4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876000" y="3456086"/>
            <a:ext cx="4311854" cy="1390612"/>
          </a:xfrm>
          <a:prstGeom prst="rect">
            <a:avLst/>
          </a:prstGeom>
        </p:spPr>
        <p:txBody>
          <a:bodyPr anchor="t">
            <a:noAutofit/>
          </a:bodyPr>
          <a:lstStyle>
            <a:lvl1pPr marL="228600" indent="-228600" algn="l" defTabSz="914400" rtl="0" eaLnBrk="1" latinLnBrk="0" hangingPunct="1">
              <a:lnSpc>
                <a:spcPct val="84000"/>
              </a:lnSpc>
              <a:spcBef>
                <a:spcPts val="3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lang="ru-RU" sz="1200" kern="1200" dirty="0">
                <a:solidFill>
                  <a:srgbClr val="14003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Описание</a:t>
            </a:r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985C6F36-8908-4EAC-BB12-EC3D181DFBEF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6456000" y="3456086"/>
            <a:ext cx="4311854" cy="1390612"/>
          </a:xfrm>
          <a:prstGeom prst="rect">
            <a:avLst/>
          </a:prstGeom>
        </p:spPr>
        <p:txBody>
          <a:bodyPr anchor="t">
            <a:noAutofit/>
          </a:bodyPr>
          <a:lstStyle>
            <a:lvl1pPr marL="228600" indent="-228600" algn="l" defTabSz="914400" rtl="0" eaLnBrk="1" latinLnBrk="0" hangingPunct="1">
              <a:lnSpc>
                <a:spcPct val="84000"/>
              </a:lnSpc>
              <a:spcBef>
                <a:spcPts val="3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lang="ru-RU" sz="1200" kern="1200" dirty="0">
                <a:solidFill>
                  <a:srgbClr val="14003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Описание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F0AE52F0-6930-40B5-92DB-D531F8AA91F9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4908060" y="1069387"/>
            <a:ext cx="850900" cy="828675"/>
          </a:xfrm>
          <a:prstGeom prst="rect">
            <a:avLst/>
          </a:prstGeom>
        </p:spPr>
        <p:txBody>
          <a:bodyPr/>
          <a:lstStyle/>
          <a:p>
            <a:r>
              <a:rPr lang="ru-RU" dirty="0"/>
              <a:t>Вставка рисунка</a:t>
            </a:r>
          </a:p>
        </p:txBody>
      </p:sp>
      <p:sp>
        <p:nvSpPr>
          <p:cNvPr id="55" name="Рисунок 2">
            <a:extLst>
              <a:ext uri="{FF2B5EF4-FFF2-40B4-BE49-F238E27FC236}">
                <a16:creationId xmlns:a16="http://schemas.microsoft.com/office/drawing/2014/main" id="{706CC600-7DB6-426D-91E6-107939672EF0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4930100" y="3099479"/>
            <a:ext cx="850900" cy="828675"/>
          </a:xfrm>
          <a:prstGeom prst="rect">
            <a:avLst/>
          </a:prstGeom>
        </p:spPr>
        <p:txBody>
          <a:bodyPr/>
          <a:lstStyle/>
          <a:p>
            <a:r>
              <a:rPr lang="ru-RU" dirty="0"/>
              <a:t>Вставка рисунка</a:t>
            </a:r>
          </a:p>
        </p:txBody>
      </p:sp>
      <p:sp>
        <p:nvSpPr>
          <p:cNvPr id="56" name="Рисунок 2">
            <a:extLst>
              <a:ext uri="{FF2B5EF4-FFF2-40B4-BE49-F238E27FC236}">
                <a16:creationId xmlns:a16="http://schemas.microsoft.com/office/drawing/2014/main" id="{A488BCFB-A77C-4A99-BEE7-1DB6DEB19243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10591682" y="1069387"/>
            <a:ext cx="850900" cy="828675"/>
          </a:xfrm>
          <a:prstGeom prst="rect">
            <a:avLst/>
          </a:prstGeom>
        </p:spPr>
        <p:txBody>
          <a:bodyPr/>
          <a:lstStyle/>
          <a:p>
            <a:r>
              <a:rPr lang="ru-RU" dirty="0"/>
              <a:t>Вставка рисунка</a:t>
            </a:r>
          </a:p>
        </p:txBody>
      </p:sp>
      <p:sp>
        <p:nvSpPr>
          <p:cNvPr id="57" name="Рисунок 2">
            <a:extLst>
              <a:ext uri="{FF2B5EF4-FFF2-40B4-BE49-F238E27FC236}">
                <a16:creationId xmlns:a16="http://schemas.microsoft.com/office/drawing/2014/main" id="{5893A5D7-7E33-48B7-90C0-0BB5BD046CB7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10613722" y="3099479"/>
            <a:ext cx="850900" cy="828675"/>
          </a:xfrm>
          <a:prstGeom prst="rect">
            <a:avLst/>
          </a:prstGeom>
        </p:spPr>
        <p:txBody>
          <a:bodyPr/>
          <a:lstStyle/>
          <a:p>
            <a:r>
              <a:rPr lang="ru-RU" dirty="0"/>
              <a:t>Вставка рисунка</a:t>
            </a:r>
          </a:p>
        </p:txBody>
      </p:sp>
      <p:sp>
        <p:nvSpPr>
          <p:cNvPr id="26" name="Footer Placeholder 4">
            <a:extLst>
              <a:ext uri="{FF2B5EF4-FFF2-40B4-BE49-F238E27FC236}">
                <a16:creationId xmlns:a16="http://schemas.microsoft.com/office/drawing/2014/main" id="{8DED6886-44DA-4528-B424-89B2937CFC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544A27C3-CDBB-46F6-B5C1-04B402B759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32" name="Заголовок 8">
            <a:extLst>
              <a:ext uri="{FF2B5EF4-FFF2-40B4-BE49-F238E27FC236}">
                <a16:creationId xmlns:a16="http://schemas.microsoft.com/office/drawing/2014/main" id="{DE8067D4-0499-46F1-B7B5-BC8EAE23C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1674"/>
            <a:ext cx="5939700" cy="546468"/>
          </a:xfrm>
          <a:prstGeom prst="rect">
            <a:avLst/>
          </a:prstGeom>
        </p:spPr>
        <p:txBody>
          <a:bodyPr/>
          <a:lstStyle>
            <a:lvl1pPr algn="ctr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pic>
        <p:nvPicPr>
          <p:cNvPr id="36" name="Рисунок 35">
            <a:extLst>
              <a:ext uri="{FF2B5EF4-FFF2-40B4-BE49-F238E27FC236}">
                <a16:creationId xmlns:a16="http://schemas.microsoft.com/office/drawing/2014/main" id="{389BDA95-1553-4CCF-82A0-B95831017CC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730488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4_Пустой слайд">
    <p:bg>
      <p:bgPr>
        <a:solidFill>
          <a:schemeClr val="bg2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64A61701-5A5E-49E8-901E-A6F2AFDFBAF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alphaModFix amt="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95" r="9484" b="25980"/>
          <a:stretch/>
        </p:blipFill>
        <p:spPr>
          <a:xfrm>
            <a:off x="0" y="3568941"/>
            <a:ext cx="12192000" cy="3289059"/>
          </a:xfrm>
          <a:prstGeom prst="rect">
            <a:avLst/>
          </a:prstGeom>
        </p:spPr>
      </p:pic>
      <p:sp>
        <p:nvSpPr>
          <p:cNvPr id="26" name="Footer Placeholder 4">
            <a:extLst>
              <a:ext uri="{FF2B5EF4-FFF2-40B4-BE49-F238E27FC236}">
                <a16:creationId xmlns:a16="http://schemas.microsoft.com/office/drawing/2014/main" id="{8DED6886-44DA-4528-B424-89B2937CFC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544A27C3-CDBB-46F6-B5C1-04B402B759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3" name="Заголовок 8">
            <a:extLst>
              <a:ext uri="{FF2B5EF4-FFF2-40B4-BE49-F238E27FC236}">
                <a16:creationId xmlns:a16="http://schemas.microsoft.com/office/drawing/2014/main" id="{8830D820-1DFA-43BB-863C-32DCF5334B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1674"/>
            <a:ext cx="5939700" cy="546468"/>
          </a:xfrm>
          <a:prstGeom prst="rect">
            <a:avLst/>
          </a:prstGeom>
        </p:spPr>
        <p:txBody>
          <a:bodyPr/>
          <a:lstStyle>
            <a:lvl1pPr algn="ctr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15C1210C-9081-43A1-A806-4C54766CAC3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696822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Пустой слайд">
    <p:bg>
      <p:bgPr>
        <a:solidFill>
          <a:schemeClr val="bg2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5260889C-58F0-426B-9F37-64D14205E13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alphaModFix amt="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48053" y="3533979"/>
            <a:ext cx="15527009" cy="4443446"/>
          </a:xfrm>
          <a:prstGeom prst="rect">
            <a:avLst/>
          </a:prstGeom>
        </p:spPr>
      </p:pic>
      <p:sp>
        <p:nvSpPr>
          <p:cNvPr id="25" name="Прямоугольник с двумя скругленными противолежащими углами 5">
            <a:extLst>
              <a:ext uri="{FF2B5EF4-FFF2-40B4-BE49-F238E27FC236}">
                <a16:creationId xmlns:a16="http://schemas.microsoft.com/office/drawing/2014/main" id="{6903E8EC-1042-40D9-BA9D-6007B44D3962}"/>
              </a:ext>
            </a:extLst>
          </p:cNvPr>
          <p:cNvSpPr/>
          <p:nvPr/>
        </p:nvSpPr>
        <p:spPr>
          <a:xfrm>
            <a:off x="518228" y="909638"/>
            <a:ext cx="11157835" cy="5294354"/>
          </a:xfrm>
          <a:prstGeom prst="round2DiagRect">
            <a:avLst>
              <a:gd name="adj1" fmla="val 0"/>
              <a:gd name="adj2" fmla="val 13173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6" name="Прямоугольник с двумя скругленными противолежащими углами 5">
            <a:extLst>
              <a:ext uri="{FF2B5EF4-FFF2-40B4-BE49-F238E27FC236}">
                <a16:creationId xmlns:a16="http://schemas.microsoft.com/office/drawing/2014/main" id="{1A79D8F2-D33A-441F-9681-4E1611DEAA15}"/>
              </a:ext>
            </a:extLst>
          </p:cNvPr>
          <p:cNvSpPr/>
          <p:nvPr/>
        </p:nvSpPr>
        <p:spPr>
          <a:xfrm>
            <a:off x="4201539" y="909638"/>
            <a:ext cx="3830608" cy="5294354"/>
          </a:xfrm>
          <a:prstGeom prst="round2DiagRect">
            <a:avLst>
              <a:gd name="adj1" fmla="val 0"/>
              <a:gd name="adj2" fmla="val 16747"/>
            </a:avLst>
          </a:prstGeom>
          <a:gradFill flip="none" rotWithShape="1">
            <a:gsLst>
              <a:gs pos="60000">
                <a:srgbClr val="460F64"/>
              </a:gs>
              <a:gs pos="6000">
                <a:srgbClr val="89126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8" name="Прямоугольник с двумя скругленными противолежащими углами 18">
            <a:extLst>
              <a:ext uri="{FF2B5EF4-FFF2-40B4-BE49-F238E27FC236}">
                <a16:creationId xmlns:a16="http://schemas.microsoft.com/office/drawing/2014/main" id="{A6F0B806-936C-48F8-B4A9-8F3A306967E8}"/>
              </a:ext>
            </a:extLst>
          </p:cNvPr>
          <p:cNvSpPr/>
          <p:nvPr/>
        </p:nvSpPr>
        <p:spPr>
          <a:xfrm>
            <a:off x="811088" y="1272631"/>
            <a:ext cx="3164157" cy="1125000"/>
          </a:xfrm>
          <a:prstGeom prst="round2DiagRect">
            <a:avLst>
              <a:gd name="adj1" fmla="val 0"/>
              <a:gd name="adj2" fmla="val 50000"/>
            </a:avLst>
          </a:prstGeom>
          <a:solidFill>
            <a:schemeClr val="bg1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2" name="Прямоугольник с двумя скругленными противолежащими углами 21">
            <a:extLst>
              <a:ext uri="{FF2B5EF4-FFF2-40B4-BE49-F238E27FC236}">
                <a16:creationId xmlns:a16="http://schemas.microsoft.com/office/drawing/2014/main" id="{AD7A572D-DF10-4BC0-A5BD-6D590C8F32B6}"/>
              </a:ext>
            </a:extLst>
          </p:cNvPr>
          <p:cNvSpPr/>
          <p:nvPr/>
        </p:nvSpPr>
        <p:spPr>
          <a:xfrm>
            <a:off x="8079322" y="1309124"/>
            <a:ext cx="3187744" cy="1125000"/>
          </a:xfrm>
          <a:prstGeom prst="round2DiagRect">
            <a:avLst>
              <a:gd name="adj1" fmla="val 0"/>
              <a:gd name="adj2" fmla="val 50000"/>
            </a:avLst>
          </a:prstGeom>
          <a:solidFill>
            <a:schemeClr val="bg1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8" name="Text Placeholder 2">
            <a:extLst>
              <a:ext uri="{FF2B5EF4-FFF2-40B4-BE49-F238E27FC236}">
                <a16:creationId xmlns:a16="http://schemas.microsoft.com/office/drawing/2014/main" id="{F671D0B1-606D-47FB-ACA5-13061FCE544D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14715" y="2389818"/>
            <a:ext cx="3019972" cy="546468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rgbClr val="14003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39" name="Text Placeholder 2">
            <a:extLst>
              <a:ext uri="{FF2B5EF4-FFF2-40B4-BE49-F238E27FC236}">
                <a16:creationId xmlns:a16="http://schemas.microsoft.com/office/drawing/2014/main" id="{6BC2703A-40C8-43E3-BF20-392660379F3D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812023" y="2852071"/>
            <a:ext cx="3019972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36EF7B67-3D1F-4F04-BAB4-6788BA3A3436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4634998" y="2389818"/>
            <a:ext cx="3019972" cy="546468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41" name="Text Placeholder 2">
            <a:extLst>
              <a:ext uri="{FF2B5EF4-FFF2-40B4-BE49-F238E27FC236}">
                <a16:creationId xmlns:a16="http://schemas.microsoft.com/office/drawing/2014/main" id="{71DE050F-60F6-4BC6-8755-4B47649F6292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4632306" y="2852071"/>
            <a:ext cx="3019972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42" name="Text Placeholder 2">
            <a:extLst>
              <a:ext uri="{FF2B5EF4-FFF2-40B4-BE49-F238E27FC236}">
                <a16:creationId xmlns:a16="http://schemas.microsoft.com/office/drawing/2014/main" id="{5CAD3610-DCB1-4CEB-B9FE-3C9F63FDF5D8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8407305" y="2389818"/>
            <a:ext cx="3019972" cy="546468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rgbClr val="14003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43" name="Text Placeholder 2">
            <a:extLst>
              <a:ext uri="{FF2B5EF4-FFF2-40B4-BE49-F238E27FC236}">
                <a16:creationId xmlns:a16="http://schemas.microsoft.com/office/drawing/2014/main" id="{2A3D274E-1B9B-44BC-A0F6-BCAD626FB7BD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8404613" y="2852071"/>
            <a:ext cx="3019972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F656B590-341A-4863-B603-01892C01C3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76179F97-C9B3-46D9-8EE3-E0BCD1FF0B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4" name="Заголовок 8">
            <a:extLst>
              <a:ext uri="{FF2B5EF4-FFF2-40B4-BE49-F238E27FC236}">
                <a16:creationId xmlns:a16="http://schemas.microsoft.com/office/drawing/2014/main" id="{94C29365-A724-493C-8E4D-ED4C1D6B7FB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1674"/>
            <a:ext cx="5939700" cy="546468"/>
          </a:xfrm>
          <a:prstGeom prst="rect">
            <a:avLst/>
          </a:prstGeom>
        </p:spPr>
        <p:txBody>
          <a:bodyPr/>
          <a:lstStyle>
            <a:lvl1pPr algn="ctr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2723B9B9-C871-444D-A0D7-4397F4F9EBF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747569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_Два объект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8"/>
          <p:cNvSpPr>
            <a:spLocks noGrp="1"/>
          </p:cNvSpPr>
          <p:nvPr>
            <p:ph type="title" hasCustomPrompt="1"/>
          </p:nvPr>
        </p:nvSpPr>
        <p:spPr>
          <a:xfrm>
            <a:off x="4860238" y="549273"/>
            <a:ext cx="6815826" cy="1149549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130" baseline="0" dirty="0">
                <a:solidFill>
                  <a:srgbClr val="460F64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21" name="Content Placeholder 3"/>
          <p:cNvSpPr>
            <a:spLocks noGrp="1"/>
          </p:cNvSpPr>
          <p:nvPr>
            <p:ph sz="half" idx="19"/>
          </p:nvPr>
        </p:nvSpPr>
        <p:spPr>
          <a:xfrm>
            <a:off x="4860237" y="1435624"/>
            <a:ext cx="720000" cy="722623"/>
          </a:xfrm>
          <a:prstGeom prst="ellipse">
            <a:avLst/>
          </a:prstGeom>
          <a:ln w="12700">
            <a:noFill/>
          </a:ln>
        </p:spPr>
        <p:txBody>
          <a:bodyPr/>
          <a:lstStyle>
            <a:lvl1pPr>
              <a:defRPr sz="1200"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2" name="Content Placeholder 3"/>
          <p:cNvSpPr>
            <a:spLocks noGrp="1"/>
          </p:cNvSpPr>
          <p:nvPr>
            <p:ph sz="half" idx="20"/>
          </p:nvPr>
        </p:nvSpPr>
        <p:spPr>
          <a:xfrm>
            <a:off x="4860237" y="2863228"/>
            <a:ext cx="720000" cy="722623"/>
          </a:xfrm>
          <a:prstGeom prst="ellipse">
            <a:avLst/>
          </a:prstGeom>
          <a:ln w="12700">
            <a:noFill/>
          </a:ln>
        </p:spPr>
        <p:txBody>
          <a:bodyPr/>
          <a:lstStyle>
            <a:lvl1pPr>
              <a:defRPr sz="1200"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3" name="Content Placeholder 3"/>
          <p:cNvSpPr>
            <a:spLocks noGrp="1"/>
          </p:cNvSpPr>
          <p:nvPr>
            <p:ph sz="half" idx="21"/>
          </p:nvPr>
        </p:nvSpPr>
        <p:spPr>
          <a:xfrm>
            <a:off x="4860237" y="4325869"/>
            <a:ext cx="720000" cy="722623"/>
          </a:xfrm>
          <a:prstGeom prst="ellipse">
            <a:avLst/>
          </a:prstGeom>
          <a:ln w="12700">
            <a:noFill/>
          </a:ln>
        </p:spPr>
        <p:txBody>
          <a:bodyPr/>
          <a:lstStyle>
            <a:lvl1pPr>
              <a:defRPr sz="1200"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6" name="Text Placeholder 2"/>
          <p:cNvSpPr>
            <a:spLocks noGrp="1"/>
          </p:cNvSpPr>
          <p:nvPr>
            <p:ph type="body" idx="22" hasCustomPrompt="1"/>
          </p:nvPr>
        </p:nvSpPr>
        <p:spPr>
          <a:xfrm>
            <a:off x="5780937" y="1584001"/>
            <a:ext cx="5874243" cy="360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800" b="1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7" name="Text Placeholder 2"/>
          <p:cNvSpPr>
            <a:spLocks noGrp="1"/>
          </p:cNvSpPr>
          <p:nvPr>
            <p:ph type="body" idx="23" hasCustomPrompt="1"/>
          </p:nvPr>
        </p:nvSpPr>
        <p:spPr>
          <a:xfrm>
            <a:off x="5780937" y="1944000"/>
            <a:ext cx="5874243" cy="106662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8" name="Text Placeholder 2"/>
          <p:cNvSpPr>
            <a:spLocks noGrp="1"/>
          </p:cNvSpPr>
          <p:nvPr>
            <p:ph type="body" idx="24" hasCustomPrompt="1"/>
          </p:nvPr>
        </p:nvSpPr>
        <p:spPr>
          <a:xfrm>
            <a:off x="5780937" y="3017746"/>
            <a:ext cx="5874243" cy="360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800" b="1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9" name="Text Placeholder 2"/>
          <p:cNvSpPr>
            <a:spLocks noGrp="1"/>
          </p:cNvSpPr>
          <p:nvPr>
            <p:ph type="body" idx="25" hasCustomPrompt="1"/>
          </p:nvPr>
        </p:nvSpPr>
        <p:spPr>
          <a:xfrm>
            <a:off x="5780937" y="3377745"/>
            <a:ext cx="5874243" cy="107033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30" name="Text Placeholder 2"/>
          <p:cNvSpPr>
            <a:spLocks noGrp="1"/>
          </p:cNvSpPr>
          <p:nvPr>
            <p:ph type="body" idx="26" hasCustomPrompt="1"/>
          </p:nvPr>
        </p:nvSpPr>
        <p:spPr>
          <a:xfrm>
            <a:off x="5780937" y="4460011"/>
            <a:ext cx="5874243" cy="360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800" b="1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31" name="Text Placeholder 2"/>
          <p:cNvSpPr>
            <a:spLocks noGrp="1"/>
          </p:cNvSpPr>
          <p:nvPr>
            <p:ph type="body" idx="27" hasCustomPrompt="1"/>
          </p:nvPr>
        </p:nvSpPr>
        <p:spPr>
          <a:xfrm>
            <a:off x="5780937" y="4820011"/>
            <a:ext cx="5874243" cy="1070338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9" name="Полилиния: фигура 18">
            <a:extLst>
              <a:ext uri="{FF2B5EF4-FFF2-40B4-BE49-F238E27FC236}">
                <a16:creationId xmlns:a16="http://schemas.microsoft.com/office/drawing/2014/main" id="{E96EACE3-82CE-41F7-B46A-DD280D9B59F1}"/>
              </a:ext>
            </a:extLst>
          </p:cNvPr>
          <p:cNvSpPr/>
          <p:nvPr/>
        </p:nvSpPr>
        <p:spPr>
          <a:xfrm flipH="1">
            <a:off x="-40122" y="0"/>
            <a:ext cx="3869999" cy="6858000"/>
          </a:xfrm>
          <a:custGeom>
            <a:avLst/>
            <a:gdLst>
              <a:gd name="connsiteX0" fmla="*/ 834625 w 3869999"/>
              <a:gd name="connsiteY0" fmla="*/ 0 h 6858000"/>
              <a:gd name="connsiteX1" fmla="*/ 3869999 w 3869999"/>
              <a:gd name="connsiteY1" fmla="*/ 0 h 6858000"/>
              <a:gd name="connsiteX2" fmla="*/ 3869999 w 3869999"/>
              <a:gd name="connsiteY2" fmla="*/ 6858000 h 6858000"/>
              <a:gd name="connsiteX3" fmla="*/ 1109523 w 3869999"/>
              <a:gd name="connsiteY3" fmla="*/ 6858000 h 6858000"/>
              <a:gd name="connsiteX4" fmla="*/ 951182 w 3869999"/>
              <a:gd name="connsiteY4" fmla="*/ 6611012 h 6858000"/>
              <a:gd name="connsiteX5" fmla="*/ 0 w 3869999"/>
              <a:gd name="connsiteY5" fmla="*/ 3204150 h 6858000"/>
              <a:gd name="connsiteX6" fmla="*/ 792981 w 3869999"/>
              <a:gd name="connsiteY6" fmla="*/ 7242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9999" h="6858000">
                <a:moveTo>
                  <a:pt x="834625" y="0"/>
                </a:moveTo>
                <a:lnTo>
                  <a:pt x="3869999" y="0"/>
                </a:lnTo>
                <a:lnTo>
                  <a:pt x="3869999" y="6858000"/>
                </a:lnTo>
                <a:lnTo>
                  <a:pt x="1109523" y="6858000"/>
                </a:lnTo>
                <a:lnTo>
                  <a:pt x="951182" y="6611012"/>
                </a:lnTo>
                <a:cubicBezTo>
                  <a:pt x="347586" y="5617625"/>
                  <a:pt x="0" y="4451480"/>
                  <a:pt x="0" y="3204150"/>
                </a:cubicBezTo>
                <a:cubicBezTo>
                  <a:pt x="0" y="2070215"/>
                  <a:pt x="287261" y="1003372"/>
                  <a:pt x="792981" y="72426"/>
                </a:cubicBezTo>
                <a:close/>
              </a:path>
            </a:pathLst>
          </a:custGeom>
          <a:gradFill flip="none" rotWithShape="1">
            <a:gsLst>
              <a:gs pos="0">
                <a:schemeClr val="tx2"/>
              </a:gs>
              <a:gs pos="100000">
                <a:schemeClr val="accent2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 dirty="0"/>
          </a:p>
        </p:txBody>
      </p:sp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C3BB110E-B91F-469E-B04B-59D7609542E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679" t="18662" r="26122" b="13604"/>
          <a:stretch/>
        </p:blipFill>
        <p:spPr>
          <a:xfrm>
            <a:off x="-40122" y="7123"/>
            <a:ext cx="3869999" cy="6852929"/>
          </a:xfrm>
          <a:custGeom>
            <a:avLst/>
            <a:gdLst>
              <a:gd name="connsiteX0" fmla="*/ 0 w 3869999"/>
              <a:gd name="connsiteY0" fmla="*/ 0 h 6852929"/>
              <a:gd name="connsiteX1" fmla="*/ 3035374 w 3869999"/>
              <a:gd name="connsiteY1" fmla="*/ 0 h 6852929"/>
              <a:gd name="connsiteX2" fmla="*/ 3077018 w 3869999"/>
              <a:gd name="connsiteY2" fmla="*/ 72426 h 6852929"/>
              <a:gd name="connsiteX3" fmla="*/ 3869999 w 3869999"/>
              <a:gd name="connsiteY3" fmla="*/ 3204150 h 6852929"/>
              <a:gd name="connsiteX4" fmla="*/ 2918817 w 3869999"/>
              <a:gd name="connsiteY4" fmla="*/ 6611012 h 6852929"/>
              <a:gd name="connsiteX5" fmla="*/ 2763727 w 3869999"/>
              <a:gd name="connsiteY5" fmla="*/ 6852929 h 6852929"/>
              <a:gd name="connsiteX6" fmla="*/ 0 w 3869999"/>
              <a:gd name="connsiteY6" fmla="*/ 6852929 h 6852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9999" h="6852929">
                <a:moveTo>
                  <a:pt x="0" y="0"/>
                </a:moveTo>
                <a:lnTo>
                  <a:pt x="3035374" y="0"/>
                </a:lnTo>
                <a:lnTo>
                  <a:pt x="3077018" y="72426"/>
                </a:lnTo>
                <a:cubicBezTo>
                  <a:pt x="3582738" y="1003372"/>
                  <a:pt x="3869999" y="2070215"/>
                  <a:pt x="3869999" y="3204150"/>
                </a:cubicBezTo>
                <a:cubicBezTo>
                  <a:pt x="3869999" y="4451480"/>
                  <a:pt x="3522413" y="5617625"/>
                  <a:pt x="2918817" y="6611012"/>
                </a:cubicBezTo>
                <a:lnTo>
                  <a:pt x="2763727" y="6852929"/>
                </a:lnTo>
                <a:lnTo>
                  <a:pt x="0" y="6852929"/>
                </a:lnTo>
                <a:close/>
              </a:path>
            </a:pathLst>
          </a:custGeom>
          <a:effectLst/>
        </p:spPr>
      </p:pic>
      <p:sp>
        <p:nvSpPr>
          <p:cNvPr id="35" name="Рисунок 4">
            <a:extLst>
              <a:ext uri="{FF2B5EF4-FFF2-40B4-BE49-F238E27FC236}">
                <a16:creationId xmlns:a16="http://schemas.microsoft.com/office/drawing/2014/main" id="{A7F7C8EC-BB82-4961-BF97-DB1810C2D010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536820" y="579609"/>
            <a:ext cx="4032779" cy="5675708"/>
          </a:xfrm>
          <a:prstGeom prst="round2DiagRect">
            <a:avLst>
              <a:gd name="adj1" fmla="val 19157"/>
              <a:gd name="adj2" fmla="val 0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1CA51056-FD01-4F25-9E91-6476DD51B8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BB797A83-FCFB-4E84-9637-64EEA25E418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946500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4_Два объект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Placeholder 2"/>
          <p:cNvSpPr>
            <a:spLocks noGrp="1"/>
          </p:cNvSpPr>
          <p:nvPr>
            <p:ph type="body" idx="22" hasCustomPrompt="1"/>
          </p:nvPr>
        </p:nvSpPr>
        <p:spPr>
          <a:xfrm>
            <a:off x="5691000" y="1584001"/>
            <a:ext cx="5985063" cy="360000"/>
          </a:xfrm>
          <a:prstGeom prst="rect">
            <a:avLst/>
          </a:prstGeom>
        </p:spPr>
        <p:txBody>
          <a:bodyPr anchor="t">
            <a:noAutofit/>
          </a:bodyPr>
          <a:lstStyle>
            <a:lvl1pPr marL="285750" indent="-28575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SzPct val="105000"/>
              <a:buFontTx/>
              <a:buBlip>
                <a:blip r:embed="rId2"/>
              </a:buBlip>
              <a:defRPr sz="1800" b="1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Список</a:t>
            </a:r>
          </a:p>
        </p:txBody>
      </p:sp>
      <p:pic>
        <p:nvPicPr>
          <p:cNvPr id="32" name="Рисунок 3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9" name="Полилиния: фигура 18">
            <a:extLst>
              <a:ext uri="{FF2B5EF4-FFF2-40B4-BE49-F238E27FC236}">
                <a16:creationId xmlns:a16="http://schemas.microsoft.com/office/drawing/2014/main" id="{E96EACE3-82CE-41F7-B46A-DD280D9B59F1}"/>
              </a:ext>
            </a:extLst>
          </p:cNvPr>
          <p:cNvSpPr/>
          <p:nvPr/>
        </p:nvSpPr>
        <p:spPr>
          <a:xfrm flipH="1">
            <a:off x="-40122" y="0"/>
            <a:ext cx="3869999" cy="6858000"/>
          </a:xfrm>
          <a:custGeom>
            <a:avLst/>
            <a:gdLst>
              <a:gd name="connsiteX0" fmla="*/ 834625 w 3869999"/>
              <a:gd name="connsiteY0" fmla="*/ 0 h 6858000"/>
              <a:gd name="connsiteX1" fmla="*/ 3869999 w 3869999"/>
              <a:gd name="connsiteY1" fmla="*/ 0 h 6858000"/>
              <a:gd name="connsiteX2" fmla="*/ 3869999 w 3869999"/>
              <a:gd name="connsiteY2" fmla="*/ 6858000 h 6858000"/>
              <a:gd name="connsiteX3" fmla="*/ 1109523 w 3869999"/>
              <a:gd name="connsiteY3" fmla="*/ 6858000 h 6858000"/>
              <a:gd name="connsiteX4" fmla="*/ 951182 w 3869999"/>
              <a:gd name="connsiteY4" fmla="*/ 6611012 h 6858000"/>
              <a:gd name="connsiteX5" fmla="*/ 0 w 3869999"/>
              <a:gd name="connsiteY5" fmla="*/ 3204150 h 6858000"/>
              <a:gd name="connsiteX6" fmla="*/ 792981 w 3869999"/>
              <a:gd name="connsiteY6" fmla="*/ 7242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9999" h="6858000">
                <a:moveTo>
                  <a:pt x="834625" y="0"/>
                </a:moveTo>
                <a:lnTo>
                  <a:pt x="3869999" y="0"/>
                </a:lnTo>
                <a:lnTo>
                  <a:pt x="3869999" y="6858000"/>
                </a:lnTo>
                <a:lnTo>
                  <a:pt x="1109523" y="6858000"/>
                </a:lnTo>
                <a:lnTo>
                  <a:pt x="951182" y="6611012"/>
                </a:lnTo>
                <a:cubicBezTo>
                  <a:pt x="347586" y="5617625"/>
                  <a:pt x="0" y="4451480"/>
                  <a:pt x="0" y="3204150"/>
                </a:cubicBezTo>
                <a:cubicBezTo>
                  <a:pt x="0" y="2070215"/>
                  <a:pt x="287261" y="1003372"/>
                  <a:pt x="792981" y="72426"/>
                </a:cubicBezTo>
                <a:close/>
              </a:path>
            </a:pathLst>
          </a:custGeom>
          <a:gradFill flip="none" rotWithShape="1">
            <a:gsLst>
              <a:gs pos="0">
                <a:schemeClr val="tx2"/>
              </a:gs>
              <a:gs pos="100000">
                <a:schemeClr val="accent2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 dirty="0"/>
          </a:p>
        </p:txBody>
      </p:sp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C3BB110E-B91F-469E-B04B-59D7609542E0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679" t="18662" r="26122" b="13604"/>
          <a:stretch/>
        </p:blipFill>
        <p:spPr>
          <a:xfrm>
            <a:off x="-40122" y="7123"/>
            <a:ext cx="3869999" cy="6852929"/>
          </a:xfrm>
          <a:custGeom>
            <a:avLst/>
            <a:gdLst>
              <a:gd name="connsiteX0" fmla="*/ 0 w 3869999"/>
              <a:gd name="connsiteY0" fmla="*/ 0 h 6852929"/>
              <a:gd name="connsiteX1" fmla="*/ 3035374 w 3869999"/>
              <a:gd name="connsiteY1" fmla="*/ 0 h 6852929"/>
              <a:gd name="connsiteX2" fmla="*/ 3077018 w 3869999"/>
              <a:gd name="connsiteY2" fmla="*/ 72426 h 6852929"/>
              <a:gd name="connsiteX3" fmla="*/ 3869999 w 3869999"/>
              <a:gd name="connsiteY3" fmla="*/ 3204150 h 6852929"/>
              <a:gd name="connsiteX4" fmla="*/ 2918817 w 3869999"/>
              <a:gd name="connsiteY4" fmla="*/ 6611012 h 6852929"/>
              <a:gd name="connsiteX5" fmla="*/ 2763727 w 3869999"/>
              <a:gd name="connsiteY5" fmla="*/ 6852929 h 6852929"/>
              <a:gd name="connsiteX6" fmla="*/ 0 w 3869999"/>
              <a:gd name="connsiteY6" fmla="*/ 6852929 h 6852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9999" h="6852929">
                <a:moveTo>
                  <a:pt x="0" y="0"/>
                </a:moveTo>
                <a:lnTo>
                  <a:pt x="3035374" y="0"/>
                </a:lnTo>
                <a:lnTo>
                  <a:pt x="3077018" y="72426"/>
                </a:lnTo>
                <a:cubicBezTo>
                  <a:pt x="3582738" y="1003372"/>
                  <a:pt x="3869999" y="2070215"/>
                  <a:pt x="3869999" y="3204150"/>
                </a:cubicBezTo>
                <a:cubicBezTo>
                  <a:pt x="3869999" y="4451480"/>
                  <a:pt x="3522413" y="5617625"/>
                  <a:pt x="2918817" y="6611012"/>
                </a:cubicBezTo>
                <a:lnTo>
                  <a:pt x="2763727" y="6852929"/>
                </a:lnTo>
                <a:lnTo>
                  <a:pt x="0" y="6852929"/>
                </a:lnTo>
                <a:close/>
              </a:path>
            </a:pathLst>
          </a:custGeom>
          <a:effectLst/>
        </p:spPr>
      </p:pic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A3A8DE3E-1F1B-4D9A-9573-1C2843F603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12" name="Рисунок 4">
            <a:extLst>
              <a:ext uri="{FF2B5EF4-FFF2-40B4-BE49-F238E27FC236}">
                <a16:creationId xmlns:a16="http://schemas.microsoft.com/office/drawing/2014/main" id="{6BD6E7D5-C2FC-48E9-9A24-BBC587AAEDC2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536820" y="579609"/>
            <a:ext cx="4032779" cy="5675708"/>
          </a:xfrm>
          <a:prstGeom prst="round2DiagRect">
            <a:avLst>
              <a:gd name="adj1" fmla="val 19157"/>
              <a:gd name="adj2" fmla="val 0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13" name="Заголовок 8">
            <a:extLst>
              <a:ext uri="{FF2B5EF4-FFF2-40B4-BE49-F238E27FC236}">
                <a16:creationId xmlns:a16="http://schemas.microsoft.com/office/drawing/2014/main" id="{7D6BBA57-63BD-4B35-9695-8151D0823EE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60238" y="549273"/>
            <a:ext cx="6815826" cy="1149549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130" baseline="0" dirty="0">
                <a:solidFill>
                  <a:srgbClr val="460F64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62488873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6_Два объект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Рисунок 4">
            <a:extLst>
              <a:ext uri="{FF2B5EF4-FFF2-40B4-BE49-F238E27FC236}">
                <a16:creationId xmlns:a16="http://schemas.microsoft.com/office/drawing/2014/main" id="{8EA45322-C682-4940-902C-BF6E200E61F8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4386000" y="549275"/>
            <a:ext cx="4050000" cy="5759450"/>
          </a:xfrm>
          <a:prstGeom prst="round2DiagRect">
            <a:avLst>
              <a:gd name="adj1" fmla="val 1105"/>
              <a:gd name="adj2" fmla="val 29578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pic>
        <p:nvPicPr>
          <p:cNvPr id="32" name="Рисунок 3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3" name="Объект 2">
            <a:extLst>
              <a:ext uri="{FF2B5EF4-FFF2-40B4-BE49-F238E27FC236}">
                <a16:creationId xmlns:a16="http://schemas.microsoft.com/office/drawing/2014/main" id="{63AEA540-380E-4D20-8070-EF2F85B912EA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96050" y="559548"/>
            <a:ext cx="3311796" cy="1140861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ru-RU" dirty="0"/>
              <a:t>ЗАГОЛОВОК СЛАЙДА</a:t>
            </a:r>
          </a:p>
        </p:txBody>
      </p:sp>
      <p:sp>
        <p:nvSpPr>
          <p:cNvPr id="69" name="Text Placeholder 2">
            <a:extLst>
              <a:ext uri="{FF2B5EF4-FFF2-40B4-BE49-F238E27FC236}">
                <a16:creationId xmlns:a16="http://schemas.microsoft.com/office/drawing/2014/main" id="{F5B1ECDA-C0A3-4C61-BF49-411752EE9776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96050" y="1912532"/>
            <a:ext cx="3306031" cy="107033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400" b="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C7DEDF87-5394-4754-8070-0666514AF00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984727" y="1164942"/>
            <a:ext cx="2329553" cy="1070339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1800" b="1" kern="1200" dirty="0">
                <a:solidFill>
                  <a:schemeClr val="tx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</a:lstStyle>
          <a:p>
            <a:pPr lvl="0"/>
            <a:r>
              <a:rPr lang="ru-RU" dirty="0"/>
              <a:t>Образец текста первый</a:t>
            </a:r>
          </a:p>
        </p:txBody>
      </p:sp>
      <p:sp>
        <p:nvSpPr>
          <p:cNvPr id="79" name="Текст 6">
            <a:extLst>
              <a:ext uri="{FF2B5EF4-FFF2-40B4-BE49-F238E27FC236}">
                <a16:creationId xmlns:a16="http://schemas.microsoft.com/office/drawing/2014/main" id="{CCAA5A60-A3DE-4FC2-979A-D53B6228955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984727" y="3188584"/>
            <a:ext cx="2329553" cy="1070339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1800" b="1" kern="1200" dirty="0">
                <a:solidFill>
                  <a:schemeClr val="tx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</a:lstStyle>
          <a:p>
            <a:pPr lvl="0"/>
            <a:r>
              <a:rPr lang="ru-RU" dirty="0"/>
              <a:t>Образец текста второй</a:t>
            </a:r>
          </a:p>
        </p:txBody>
      </p:sp>
      <p:sp>
        <p:nvSpPr>
          <p:cNvPr id="80" name="Текст 6">
            <a:extLst>
              <a:ext uri="{FF2B5EF4-FFF2-40B4-BE49-F238E27FC236}">
                <a16:creationId xmlns:a16="http://schemas.microsoft.com/office/drawing/2014/main" id="{BAA2D3A1-4EC1-49DF-BC44-67C7795FE41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984727" y="5148661"/>
            <a:ext cx="2329553" cy="1070339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1800" b="1" kern="1200" dirty="0">
                <a:solidFill>
                  <a:schemeClr val="tx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</a:lstStyle>
          <a:p>
            <a:pPr lvl="0"/>
            <a:r>
              <a:rPr lang="ru-RU" dirty="0"/>
              <a:t>Образец текста третий</a:t>
            </a:r>
          </a:p>
        </p:txBody>
      </p:sp>
      <p:sp>
        <p:nvSpPr>
          <p:cNvPr id="83" name="Footer Placeholder 4">
            <a:extLst>
              <a:ext uri="{FF2B5EF4-FFF2-40B4-BE49-F238E27FC236}">
                <a16:creationId xmlns:a16="http://schemas.microsoft.com/office/drawing/2014/main" id="{68B9A856-43CA-4771-8916-817B3B21D9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84" name="Slide Number Placeholder 5">
            <a:extLst>
              <a:ext uri="{FF2B5EF4-FFF2-40B4-BE49-F238E27FC236}">
                <a16:creationId xmlns:a16="http://schemas.microsoft.com/office/drawing/2014/main" id="{61F821CE-7317-4A09-A8D1-3A6B147FA2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0386884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5_Два объект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 с одним скругленным углом 17"/>
          <p:cNvSpPr/>
          <p:nvPr/>
        </p:nvSpPr>
        <p:spPr>
          <a:xfrm flipH="1">
            <a:off x="0" y="2664000"/>
            <a:ext cx="12192000" cy="4226832"/>
          </a:xfrm>
          <a:prstGeom prst="round1Rect">
            <a:avLst>
              <a:gd name="adj" fmla="val 50000"/>
            </a:avLst>
          </a:prstGeom>
          <a:gradFill flip="none" rotWithShape="1">
            <a:gsLst>
              <a:gs pos="60000">
                <a:srgbClr val="460F64"/>
              </a:gs>
              <a:gs pos="6000">
                <a:srgbClr val="89126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dirty="0"/>
          </a:p>
        </p:txBody>
      </p:sp>
      <p:pic>
        <p:nvPicPr>
          <p:cNvPr id="24" name="Рисунок 2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5" name="Text Placeholder 2"/>
          <p:cNvSpPr>
            <a:spLocks noGrp="1"/>
          </p:cNvSpPr>
          <p:nvPr>
            <p:ph type="body" idx="16" hasCustomPrompt="1"/>
          </p:nvPr>
        </p:nvSpPr>
        <p:spPr>
          <a:xfrm>
            <a:off x="876300" y="4985536"/>
            <a:ext cx="10439400" cy="113168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400" b="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Описание</a:t>
            </a:r>
          </a:p>
        </p:txBody>
      </p:sp>
      <p:sp>
        <p:nvSpPr>
          <p:cNvPr id="21" name="Text Placeholder 2"/>
          <p:cNvSpPr>
            <a:spLocks noGrp="1"/>
          </p:cNvSpPr>
          <p:nvPr>
            <p:ph type="body" idx="17" hasCustomPrompt="1"/>
          </p:nvPr>
        </p:nvSpPr>
        <p:spPr>
          <a:xfrm>
            <a:off x="876300" y="4572733"/>
            <a:ext cx="10439400" cy="40075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2000" b="1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13" name="Рисунок 2">
            <a:extLst>
              <a:ext uri="{FF2B5EF4-FFF2-40B4-BE49-F238E27FC236}">
                <a16:creationId xmlns:a16="http://schemas.microsoft.com/office/drawing/2014/main" id="{E835C370-6163-44CF-A999-B646CD96B153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515938" y="909638"/>
            <a:ext cx="11168460" cy="3452314"/>
          </a:xfrm>
          <a:prstGeom prst="round2DiagRect">
            <a:avLst>
              <a:gd name="adj1" fmla="val 0"/>
              <a:gd name="adj2" fmla="val 24607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73D44A2B-87D8-4CC9-87DF-97C906655A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CD9335CF-9B86-428F-8B6C-167A610221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2" name="Заголовок 8">
            <a:extLst>
              <a:ext uri="{FF2B5EF4-FFF2-40B4-BE49-F238E27FC236}">
                <a16:creationId xmlns:a16="http://schemas.microsoft.com/office/drawing/2014/main" id="{1723988A-47CB-4A91-B68E-C5CD1415EF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1674"/>
            <a:ext cx="5939700" cy="546468"/>
          </a:xfrm>
          <a:prstGeom prst="rect">
            <a:avLst/>
          </a:prstGeom>
        </p:spPr>
        <p:txBody>
          <a:bodyPr/>
          <a:lstStyle>
            <a:lvl1pPr algn="ctr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74590377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7_Два объект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 с одним скругленным углом 17"/>
          <p:cNvSpPr/>
          <p:nvPr/>
        </p:nvSpPr>
        <p:spPr>
          <a:xfrm flipH="1">
            <a:off x="0" y="2664000"/>
            <a:ext cx="12192000" cy="4226832"/>
          </a:xfrm>
          <a:prstGeom prst="round1Rect">
            <a:avLst>
              <a:gd name="adj" fmla="val 50000"/>
            </a:avLst>
          </a:prstGeom>
          <a:gradFill flip="none" rotWithShape="1">
            <a:gsLst>
              <a:gs pos="60000">
                <a:srgbClr val="460F64"/>
              </a:gs>
              <a:gs pos="6000">
                <a:srgbClr val="89126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dirty="0"/>
          </a:p>
        </p:txBody>
      </p:sp>
      <p:sp>
        <p:nvSpPr>
          <p:cNvPr id="12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26736946-746A-4B18-A218-AA1C9C92AF6B}"/>
              </a:ext>
            </a:extLst>
          </p:cNvPr>
          <p:cNvSpPr/>
          <p:nvPr/>
        </p:nvSpPr>
        <p:spPr>
          <a:xfrm>
            <a:off x="3666000" y="909638"/>
            <a:ext cx="8010063" cy="5397645"/>
          </a:xfrm>
          <a:prstGeom prst="round2DiagRect">
            <a:avLst>
              <a:gd name="adj1" fmla="val 0"/>
              <a:gd name="adj2" fmla="val 15564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24" name="Рисунок 2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3" name="Рисунок 2">
            <a:extLst>
              <a:ext uri="{FF2B5EF4-FFF2-40B4-BE49-F238E27FC236}">
                <a16:creationId xmlns:a16="http://schemas.microsoft.com/office/drawing/2014/main" id="{E835C370-6163-44CF-A999-B646CD96B153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515938" y="911079"/>
            <a:ext cx="5580062" cy="5397645"/>
          </a:xfrm>
          <a:prstGeom prst="round2DiagRect">
            <a:avLst>
              <a:gd name="adj1" fmla="val 0"/>
              <a:gd name="adj2" fmla="val 16063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 dirty="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73D44A2B-87D8-4CC9-87DF-97C906655A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CD9335CF-9B86-428F-8B6C-167A610221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38CF6BB-298C-4A53-95E3-30F0E929398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45263" y="1584325"/>
            <a:ext cx="4365625" cy="3959225"/>
          </a:xfrm>
          <a:prstGeom prst="rect">
            <a:avLst/>
          </a:prstGeom>
        </p:spPr>
        <p:txBody>
          <a:bodyPr/>
          <a:lstStyle>
            <a:lvl1pPr>
              <a:defRPr lang="ru-RU" sz="14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0" lvl="0" indent="0" algn="l" defTabSz="914400" rtl="0" eaLnBrk="1" latinLnBrk="0" hangingPunct="1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17" name="Заголовок 8">
            <a:extLst>
              <a:ext uri="{FF2B5EF4-FFF2-40B4-BE49-F238E27FC236}">
                <a16:creationId xmlns:a16="http://schemas.microsoft.com/office/drawing/2014/main" id="{DBF71D66-3A75-413A-8264-77F0C5A109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1674"/>
            <a:ext cx="5939700" cy="546468"/>
          </a:xfrm>
          <a:prstGeom prst="rect">
            <a:avLst/>
          </a:prstGeom>
        </p:spPr>
        <p:txBody>
          <a:bodyPr/>
          <a:lstStyle>
            <a:lvl1pPr algn="ctr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36971937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8_Два объект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 с одним скругленным углом 17"/>
          <p:cNvSpPr/>
          <p:nvPr/>
        </p:nvSpPr>
        <p:spPr>
          <a:xfrm flipH="1">
            <a:off x="0" y="909638"/>
            <a:ext cx="12192000" cy="5981194"/>
          </a:xfrm>
          <a:prstGeom prst="round1Rect">
            <a:avLst>
              <a:gd name="adj" fmla="val 50000"/>
            </a:avLst>
          </a:prstGeom>
          <a:gradFill flip="none" rotWithShape="1">
            <a:gsLst>
              <a:gs pos="60000">
                <a:srgbClr val="460F64"/>
              </a:gs>
              <a:gs pos="6000">
                <a:srgbClr val="89126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dirty="0"/>
          </a:p>
        </p:txBody>
      </p:sp>
      <p:pic>
        <p:nvPicPr>
          <p:cNvPr id="24" name="Рисунок 2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0" name="Заголовок 8">
            <a:extLst>
              <a:ext uri="{FF2B5EF4-FFF2-40B4-BE49-F238E27FC236}">
                <a16:creationId xmlns:a16="http://schemas.microsoft.com/office/drawing/2014/main" id="{9BFAF725-3D97-4226-A807-724DB3162E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56000" y="1224000"/>
            <a:ext cx="5220063" cy="546468"/>
          </a:xfrm>
          <a:prstGeom prst="rect">
            <a:avLst/>
          </a:prstGeom>
        </p:spPr>
        <p:txBody>
          <a:bodyPr/>
          <a:lstStyle>
            <a:lvl1pPr algn="l">
              <a:defRPr lang="ru-RU" sz="2800" b="1" kern="1200" spc="130" baseline="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3" name="Рисунок 2">
            <a:extLst>
              <a:ext uri="{FF2B5EF4-FFF2-40B4-BE49-F238E27FC236}">
                <a16:creationId xmlns:a16="http://schemas.microsoft.com/office/drawing/2014/main" id="{E835C370-6163-44CF-A999-B646CD96B153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0" y="10840"/>
            <a:ext cx="6096000" cy="6297885"/>
          </a:xfrm>
          <a:prstGeom prst="round2DiagRect">
            <a:avLst>
              <a:gd name="adj1" fmla="val 0"/>
              <a:gd name="adj2" fmla="val 12360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 dirty="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73D44A2B-87D8-4CC9-87DF-97C906655A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CD9335CF-9B86-428F-8B6C-167A610221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38CF6BB-298C-4A53-95E3-30F0E929398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456000" y="1718978"/>
            <a:ext cx="5220063" cy="3959225"/>
          </a:xfrm>
          <a:prstGeom prst="rect">
            <a:avLst/>
          </a:prstGeom>
        </p:spPr>
        <p:txBody>
          <a:bodyPr/>
          <a:lstStyle>
            <a:lvl1pPr>
              <a:lnSpc>
                <a:spcPct val="110000"/>
              </a:lnSpc>
              <a:defRPr lang="ru-RU" sz="1400" b="0" kern="1200" baseline="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0" lvl="0" indent="0" algn="l" defTabSz="914400" rtl="0" eaLnBrk="1" latinLnBrk="0" hangingPunct="1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ru-RU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294695960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9_Два объекта">
    <p:bg>
      <p:bgPr>
        <a:solidFill>
          <a:schemeClr val="bg2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5C44A131-D1C0-4C74-9965-2A72DC65726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alphaModFix amt="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95" r="9484" b="25980"/>
          <a:stretch/>
        </p:blipFill>
        <p:spPr>
          <a:xfrm>
            <a:off x="0" y="3568941"/>
            <a:ext cx="12192000" cy="3289059"/>
          </a:xfrm>
          <a:prstGeom prst="rect">
            <a:avLst/>
          </a:prstGeom>
        </p:spPr>
      </p:pic>
      <p:sp>
        <p:nvSpPr>
          <p:cNvPr id="36" name="Рисунок 3">
            <a:extLst>
              <a:ext uri="{FF2B5EF4-FFF2-40B4-BE49-F238E27FC236}">
                <a16:creationId xmlns:a16="http://schemas.microsoft.com/office/drawing/2014/main" id="{7297A07D-E59F-4902-9470-48F3DB01A82E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503081" y="902137"/>
            <a:ext cx="2889250" cy="1546225"/>
          </a:xfrm>
          <a:prstGeom prst="round2DiagRect">
            <a:avLst>
              <a:gd name="adj1" fmla="val 0"/>
              <a:gd name="adj2" fmla="val 31681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37" name="Рисунок 3">
            <a:extLst>
              <a:ext uri="{FF2B5EF4-FFF2-40B4-BE49-F238E27FC236}">
                <a16:creationId xmlns:a16="http://schemas.microsoft.com/office/drawing/2014/main" id="{239D909B-C7E7-43C9-A48B-D9A05691CF9F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15938" y="3720678"/>
            <a:ext cx="2889250" cy="1546225"/>
          </a:xfrm>
          <a:prstGeom prst="round2DiagRect">
            <a:avLst>
              <a:gd name="adj1" fmla="val 0"/>
              <a:gd name="adj2" fmla="val 31681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38" name="Рисунок 3">
            <a:extLst>
              <a:ext uri="{FF2B5EF4-FFF2-40B4-BE49-F238E27FC236}">
                <a16:creationId xmlns:a16="http://schemas.microsoft.com/office/drawing/2014/main" id="{47D57127-886A-4D9A-97C6-914F62FD5B57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6503081" y="3720678"/>
            <a:ext cx="2889250" cy="1546225"/>
          </a:xfrm>
          <a:prstGeom prst="round2DiagRect">
            <a:avLst>
              <a:gd name="adj1" fmla="val 0"/>
              <a:gd name="adj2" fmla="val 31681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4" name="Рисунок 3">
            <a:extLst>
              <a:ext uri="{FF2B5EF4-FFF2-40B4-BE49-F238E27FC236}">
                <a16:creationId xmlns:a16="http://schemas.microsoft.com/office/drawing/2014/main" id="{C92BE74F-8026-4D7B-AD33-97CF6D12C40D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515938" y="902137"/>
            <a:ext cx="2889250" cy="1546225"/>
          </a:xfrm>
          <a:prstGeom prst="round2DiagRect">
            <a:avLst>
              <a:gd name="adj1" fmla="val 0"/>
              <a:gd name="adj2" fmla="val 31681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23" name="Прямоугольник с двумя скругленными противолежащими углами 5">
            <a:extLst>
              <a:ext uri="{FF2B5EF4-FFF2-40B4-BE49-F238E27FC236}">
                <a16:creationId xmlns:a16="http://schemas.microsoft.com/office/drawing/2014/main" id="{C86FB037-3C07-4EA7-B165-C39F457DCEFF}"/>
              </a:ext>
            </a:extLst>
          </p:cNvPr>
          <p:cNvSpPr/>
          <p:nvPr/>
        </p:nvSpPr>
        <p:spPr>
          <a:xfrm>
            <a:off x="6636000" y="2370678"/>
            <a:ext cx="5024782" cy="1153760"/>
          </a:xfrm>
          <a:prstGeom prst="round2DiagRect">
            <a:avLst>
              <a:gd name="adj1" fmla="val 28384"/>
              <a:gd name="adj2" fmla="val 0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dirty="0"/>
          </a:p>
        </p:txBody>
      </p:sp>
      <p:sp>
        <p:nvSpPr>
          <p:cNvPr id="25" name="Прямоугольник с двумя скругленными противолежащими углами 5">
            <a:extLst>
              <a:ext uri="{FF2B5EF4-FFF2-40B4-BE49-F238E27FC236}">
                <a16:creationId xmlns:a16="http://schemas.microsoft.com/office/drawing/2014/main" id="{F7A6DD39-EF9B-4508-A561-6A4CBDBD0CC0}"/>
              </a:ext>
            </a:extLst>
          </p:cNvPr>
          <p:cNvSpPr/>
          <p:nvPr/>
        </p:nvSpPr>
        <p:spPr>
          <a:xfrm>
            <a:off x="876300" y="5155240"/>
            <a:ext cx="5024782" cy="1153760"/>
          </a:xfrm>
          <a:prstGeom prst="round2DiagRect">
            <a:avLst>
              <a:gd name="adj1" fmla="val 28384"/>
              <a:gd name="adj2" fmla="val 0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dirty="0"/>
          </a:p>
        </p:txBody>
      </p:sp>
      <p:sp>
        <p:nvSpPr>
          <p:cNvPr id="26" name="Прямоугольник с двумя скругленными противолежащими углами 5">
            <a:extLst>
              <a:ext uri="{FF2B5EF4-FFF2-40B4-BE49-F238E27FC236}">
                <a16:creationId xmlns:a16="http://schemas.microsoft.com/office/drawing/2014/main" id="{6D3D03F9-833E-4BB1-A6CE-7ECD47080273}"/>
              </a:ext>
            </a:extLst>
          </p:cNvPr>
          <p:cNvSpPr/>
          <p:nvPr/>
        </p:nvSpPr>
        <p:spPr>
          <a:xfrm>
            <a:off x="6636000" y="5155240"/>
            <a:ext cx="5024782" cy="1153760"/>
          </a:xfrm>
          <a:prstGeom prst="round2DiagRect">
            <a:avLst>
              <a:gd name="adj1" fmla="val 28384"/>
              <a:gd name="adj2" fmla="val 0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dirty="0"/>
          </a:p>
        </p:txBody>
      </p:sp>
      <p:sp>
        <p:nvSpPr>
          <p:cNvPr id="29" name="Прямоугольник с двумя скругленными противолежащими углами 5">
            <a:extLst>
              <a:ext uri="{FF2B5EF4-FFF2-40B4-BE49-F238E27FC236}">
                <a16:creationId xmlns:a16="http://schemas.microsoft.com/office/drawing/2014/main" id="{5814D3EE-AEC2-4D0C-88A1-8EA6383229C3}"/>
              </a:ext>
            </a:extLst>
          </p:cNvPr>
          <p:cNvSpPr/>
          <p:nvPr/>
        </p:nvSpPr>
        <p:spPr>
          <a:xfrm>
            <a:off x="876300" y="2370678"/>
            <a:ext cx="5024782" cy="1153760"/>
          </a:xfrm>
          <a:prstGeom prst="round2DiagRect">
            <a:avLst>
              <a:gd name="adj1" fmla="val 28384"/>
              <a:gd name="adj2" fmla="val 0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dirty="0"/>
          </a:p>
        </p:txBody>
      </p:sp>
      <p:pic>
        <p:nvPicPr>
          <p:cNvPr id="24" name="Рисунок 2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CD9335CF-9B86-428F-8B6C-167A610221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58C8AAA9-760B-4489-9526-9A26091E0E53}"/>
              </a:ext>
            </a:extLst>
          </p:cNvPr>
          <p:cNvSpPr txBox="1">
            <a:spLocks/>
          </p:cNvSpPr>
          <p:nvPr/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defPPr>
              <a:defRPr lang="ru-RU"/>
            </a:defPPr>
            <a:lvl1pPr marL="0" algn="r" defTabSz="914400" rtl="0" eaLnBrk="1" latinLnBrk="0" hangingPunct="1">
              <a:defRPr sz="1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836835B-2651-4DA9-BBA3-14F7095E4B97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7" name="Заголовок 8">
            <a:extLst>
              <a:ext uri="{FF2B5EF4-FFF2-40B4-BE49-F238E27FC236}">
                <a16:creationId xmlns:a16="http://schemas.microsoft.com/office/drawing/2014/main" id="{655DFE21-9537-4CA7-82A6-A4B6C7EE88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1674"/>
            <a:ext cx="5939700" cy="546468"/>
          </a:xfrm>
          <a:prstGeom prst="rect">
            <a:avLst/>
          </a:prstGeom>
        </p:spPr>
        <p:txBody>
          <a:bodyPr/>
          <a:lstStyle>
            <a:lvl1pPr algn="ctr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2" name="Текст 2">
            <a:extLst>
              <a:ext uri="{FF2B5EF4-FFF2-40B4-BE49-F238E27FC236}">
                <a16:creationId xmlns:a16="http://schemas.microsoft.com/office/drawing/2014/main" id="{752C25DF-A6D8-4271-BFBD-6055CE98B80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191000" y="2526859"/>
            <a:ext cx="4559402" cy="981016"/>
          </a:xfrm>
          <a:prstGeom prst="rect">
            <a:avLst/>
          </a:prstGeom>
        </p:spPr>
        <p:txBody>
          <a:bodyPr/>
          <a:lstStyle>
            <a:lvl1pPr marL="0" algn="l" defTabSz="914400" rtl="0" eaLnBrk="1" latinLnBrk="0" hangingPunct="1">
              <a:defRPr lang="ru-RU" sz="16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0" lvl="0" indent="0" algn="l" defTabSz="914400" rtl="0" eaLnBrk="1" latinLnBrk="0" hangingPunct="1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33" name="Текст 2">
            <a:extLst>
              <a:ext uri="{FF2B5EF4-FFF2-40B4-BE49-F238E27FC236}">
                <a16:creationId xmlns:a16="http://schemas.microsoft.com/office/drawing/2014/main" id="{B039450E-1836-44B1-B60F-B51B7950CBB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191000" y="5296438"/>
            <a:ext cx="4559402" cy="981016"/>
          </a:xfrm>
          <a:prstGeom prst="rect">
            <a:avLst/>
          </a:prstGeom>
        </p:spPr>
        <p:txBody>
          <a:bodyPr/>
          <a:lstStyle>
            <a:lvl1pPr marL="0" algn="l" defTabSz="914400" rtl="0" eaLnBrk="1" latinLnBrk="0" hangingPunct="1">
              <a:defRPr lang="ru-RU" sz="16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0" lvl="0" indent="0" algn="l" defTabSz="914400" rtl="0" eaLnBrk="1" latinLnBrk="0" hangingPunct="1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34" name="Текст 2">
            <a:extLst>
              <a:ext uri="{FF2B5EF4-FFF2-40B4-BE49-F238E27FC236}">
                <a16:creationId xmlns:a16="http://schemas.microsoft.com/office/drawing/2014/main" id="{A1B1EFE2-884F-47CE-A0BC-8BCDADCDFC7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13121" y="2526859"/>
            <a:ext cx="4559402" cy="981016"/>
          </a:xfrm>
          <a:prstGeom prst="rect">
            <a:avLst/>
          </a:prstGeom>
        </p:spPr>
        <p:txBody>
          <a:bodyPr/>
          <a:lstStyle>
            <a:lvl1pPr marL="0" algn="l" defTabSz="914400" rtl="0" eaLnBrk="1" latinLnBrk="0" hangingPunct="1">
              <a:defRPr lang="ru-RU" sz="16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0" lvl="0" indent="0" algn="l" defTabSz="914400" rtl="0" eaLnBrk="1" latinLnBrk="0" hangingPunct="1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35" name="Текст 2">
            <a:extLst>
              <a:ext uri="{FF2B5EF4-FFF2-40B4-BE49-F238E27FC236}">
                <a16:creationId xmlns:a16="http://schemas.microsoft.com/office/drawing/2014/main" id="{22D5414C-7F80-485F-AFDA-57896A5B2FC5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13121" y="5296438"/>
            <a:ext cx="4559402" cy="981016"/>
          </a:xfrm>
          <a:prstGeom prst="rect">
            <a:avLst/>
          </a:prstGeom>
        </p:spPr>
        <p:txBody>
          <a:bodyPr/>
          <a:lstStyle>
            <a:lvl1pPr marL="0" algn="l" defTabSz="914400" rtl="0" eaLnBrk="1" latinLnBrk="0" hangingPunct="1">
              <a:defRPr lang="ru-RU" sz="16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0" lvl="0" indent="0" algn="l" defTabSz="914400" rtl="0" eaLnBrk="1" latinLnBrk="0" hangingPunct="1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E18F7EA4-304A-4360-A754-359153AFF1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4717040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accent6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268491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2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BEFB72-EFD4-40C5-AED7-78793FE02F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33BFFA7-7AEC-4FA8-AA60-C547812E8D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ADFC629-7655-4FEF-9B2F-A19D42C6BF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BBDC4C4-EB02-4F1D-834B-FD7A098ACD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2CA37FD-3709-420A-B016-FB6E982541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9641452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976C6B7-392E-4A97-A8D8-DD5CF1443E9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DFAB190-DE7D-448C-A9DC-250AC568B6B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1" b="331"/>
          <a:stretch/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9ED26B36-B5F1-4C64-85C6-98373BB2BBFE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970726" y="284824"/>
            <a:ext cx="4718537" cy="2401482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1F1AF18-3439-41AB-B7E4-199CC791B73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4640518" y="3797983"/>
            <a:ext cx="711453" cy="3948964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04B3001D-E023-43F8-92BD-4D44E59F3E0A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2800" y="5833653"/>
            <a:ext cx="2894633" cy="847442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A6590F1D-3FF9-4505-9E1A-E8C7DAC217C2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205" y="935038"/>
            <a:ext cx="3135339" cy="1045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011256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accent6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976C6B7-392E-4A97-A8D8-DD5CF1443E9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DFAB190-DE7D-448C-A9DC-250AC568B6B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1" b="331"/>
          <a:stretch/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9ED26B36-B5F1-4C64-85C6-98373BB2BBFE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970726" y="284824"/>
            <a:ext cx="4718537" cy="2401482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1F1AF18-3439-41AB-B7E4-199CC791B73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4640518" y="3797983"/>
            <a:ext cx="711453" cy="3948964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04B3001D-E023-43F8-92BD-4D44E59F3E0A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2800" y="5833653"/>
            <a:ext cx="2894633" cy="847442"/>
          </a:xfrm>
          <a:prstGeom prst="rect">
            <a:avLst/>
          </a:prstGeom>
        </p:spPr>
      </p:pic>
      <p:sp>
        <p:nvSpPr>
          <p:cNvPr id="12" name="Нижний колонтитул 1">
            <a:extLst>
              <a:ext uri="{FF2B5EF4-FFF2-40B4-BE49-F238E27FC236}">
                <a16:creationId xmlns:a16="http://schemas.microsoft.com/office/drawing/2014/main" id="{BAAE972A-936A-44EF-8F0B-F9428A729D0D}"/>
              </a:ext>
            </a:extLst>
          </p:cNvPr>
          <p:cNvSpPr txBox="1">
            <a:spLocks/>
          </p:cNvSpPr>
          <p:nvPr/>
        </p:nvSpPr>
        <p:spPr>
          <a:xfrm>
            <a:off x="532902" y="5948363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defPPr>
              <a:defRPr lang="ru-RU"/>
            </a:defPPr>
            <a:lvl1pPr marL="0" algn="l" defTabSz="914400" rtl="0" eaLnBrk="1" latinLnBrk="0" hangingPunct="1">
              <a:defRPr sz="1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solidFill>
                  <a:schemeClr val="bg1"/>
                </a:solidFill>
              </a:rPr>
              <a:t>© Neoflex, 2026. Все права защищены</a:t>
            </a:r>
          </a:p>
        </p:txBody>
      </p:sp>
    </p:spTree>
    <p:extLst>
      <p:ext uri="{BB962C8B-B14F-4D97-AF65-F5344CB8AC3E}">
        <p14:creationId xmlns:p14="http://schemas.microsoft.com/office/powerpoint/2010/main" val="381412093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976C6B7-392E-4A97-A8D8-DD5CF1443E9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DFAB190-DE7D-448C-A9DC-250AC568B6B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1" b="331"/>
          <a:stretch/>
        </p:blipFill>
        <p:spPr>
          <a:xfrm rot="10800000" flipH="1"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1F1AF18-3439-41AB-B7E4-199CC791B73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8422856" y="-1364673"/>
            <a:ext cx="711453" cy="3948964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04B3001D-E023-43F8-92BD-4D44E59F3E0A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5138" y="670997"/>
            <a:ext cx="2894633" cy="847442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84B97011-A365-4F00-A08C-25B3254CFCC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>
            <a:off x="6096000" y="4301236"/>
            <a:ext cx="5159434" cy="2007489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EFC67085-8200-4A4D-A555-EEBAADCBC60B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588E9111-B81C-4F01-A814-38814C185CE4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>
            <a:off x="477463" y="4267606"/>
            <a:ext cx="4718537" cy="2401482"/>
          </a:xfrm>
          <a:prstGeom prst="rect">
            <a:avLst/>
          </a:prstGeom>
        </p:spPr>
      </p:pic>
      <p:sp>
        <p:nvSpPr>
          <p:cNvPr id="11" name="Текст 2">
            <a:extLst>
              <a:ext uri="{FF2B5EF4-FFF2-40B4-BE49-F238E27FC236}">
                <a16:creationId xmlns:a16="http://schemas.microsoft.com/office/drawing/2014/main" id="{7B469323-F541-4C4B-ACE8-DB33C25923B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00370" y="2394000"/>
            <a:ext cx="6384768" cy="133898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600"/>
              </a:spcAft>
              <a:buFont typeface="Arial" panose="020B0604020202020204" pitchFamily="34" charset="0"/>
              <a:buNone/>
              <a:defRPr lang="ru-RU" sz="44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Заголовок 2</a:t>
            </a:r>
          </a:p>
        </p:txBody>
      </p:sp>
      <p:sp>
        <p:nvSpPr>
          <p:cNvPr id="17" name="Текст 2">
            <a:extLst>
              <a:ext uri="{FF2B5EF4-FFF2-40B4-BE49-F238E27FC236}">
                <a16:creationId xmlns:a16="http://schemas.microsoft.com/office/drawing/2014/main" id="{DC86C56E-64EE-49C0-AC96-398A47407E4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0370" y="1420176"/>
            <a:ext cx="6384768" cy="133898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600"/>
              </a:spcAft>
              <a:buFont typeface="Arial" panose="020B0604020202020204" pitchFamily="34" charset="0"/>
              <a:buNone/>
              <a:defRPr lang="ru-RU" sz="36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Заголовок 1</a:t>
            </a:r>
          </a:p>
        </p:txBody>
      </p:sp>
    </p:spTree>
    <p:extLst>
      <p:ext uri="{BB962C8B-B14F-4D97-AF65-F5344CB8AC3E}">
        <p14:creationId xmlns:p14="http://schemas.microsoft.com/office/powerpoint/2010/main" val="217580231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976C6B7-392E-4A97-A8D8-DD5CF1443E9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DFAB190-DE7D-448C-A9DC-250AC568B6B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1" b="331"/>
          <a:stretch/>
        </p:blipFill>
        <p:spPr>
          <a:xfrm rot="10800000" flipH="1"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1F1AF18-3439-41AB-B7E4-199CC791B73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8422856" y="-1364673"/>
            <a:ext cx="711453" cy="3948964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04B3001D-E023-43F8-92BD-4D44E59F3E0A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5138" y="670997"/>
            <a:ext cx="2894633" cy="847442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84B97011-A365-4F00-A08C-25B3254CFCC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>
            <a:off x="6096000" y="4301236"/>
            <a:ext cx="5159434" cy="2007489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EFC67085-8200-4A4D-A555-EEBAADCBC60B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588E9111-B81C-4F01-A814-38814C185CE4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>
            <a:off x="477463" y="4267606"/>
            <a:ext cx="4718537" cy="2401482"/>
          </a:xfrm>
          <a:prstGeom prst="rect">
            <a:avLst/>
          </a:prstGeom>
        </p:spPr>
      </p:pic>
      <p:sp>
        <p:nvSpPr>
          <p:cNvPr id="11" name="Текст 2">
            <a:extLst>
              <a:ext uri="{FF2B5EF4-FFF2-40B4-BE49-F238E27FC236}">
                <a16:creationId xmlns:a16="http://schemas.microsoft.com/office/drawing/2014/main" id="{7B469323-F541-4C4B-ACE8-DB33C25923B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00370" y="2394000"/>
            <a:ext cx="6384768" cy="133898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600"/>
              </a:spcAft>
              <a:buFont typeface="Arial" panose="020B0604020202020204" pitchFamily="34" charset="0"/>
              <a:buNone/>
              <a:defRPr lang="ru-RU" sz="44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Заголовок 2</a:t>
            </a:r>
          </a:p>
        </p:txBody>
      </p:sp>
      <p:sp>
        <p:nvSpPr>
          <p:cNvPr id="17" name="Текст 2">
            <a:extLst>
              <a:ext uri="{FF2B5EF4-FFF2-40B4-BE49-F238E27FC236}">
                <a16:creationId xmlns:a16="http://schemas.microsoft.com/office/drawing/2014/main" id="{DC86C56E-64EE-49C0-AC96-398A47407E4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0370" y="1420176"/>
            <a:ext cx="6384768" cy="133898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600"/>
              </a:spcAft>
              <a:buFont typeface="Arial" panose="020B0604020202020204" pitchFamily="34" charset="0"/>
              <a:buNone/>
              <a:defRPr lang="ru-RU" sz="36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Заголовок 1</a:t>
            </a: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52393ED1-DEA5-4F08-8BEB-7E781039F8D9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205" y="414000"/>
            <a:ext cx="2134360" cy="711453"/>
          </a:xfrm>
          <a:prstGeom prst="rect">
            <a:avLst/>
          </a:prstGeom>
        </p:spPr>
      </p:pic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A773569C-1F5F-4AC2-A0D4-7C0E4A51BFFC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8084851" y="5231138"/>
            <a:ext cx="3170583" cy="71224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400" b="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B5BCC45B-490D-42A6-B5BA-767A79B65CC9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084851" y="4657852"/>
            <a:ext cx="3170583" cy="71224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800" b="1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Имя Спикера</a:t>
            </a:r>
          </a:p>
        </p:txBody>
      </p:sp>
    </p:spTree>
    <p:extLst>
      <p:ext uri="{BB962C8B-B14F-4D97-AF65-F5344CB8AC3E}">
        <p14:creationId xmlns:p14="http://schemas.microsoft.com/office/powerpoint/2010/main" val="359976510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3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976C6B7-392E-4A97-A8D8-DD5CF1443E9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DFAB190-DE7D-448C-A9DC-250AC568B6B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1" b="331"/>
          <a:stretch/>
        </p:blipFill>
        <p:spPr>
          <a:xfrm rot="10800000" flipH="1"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1F1AF18-3439-41AB-B7E4-199CC791B73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8422856" y="-1364673"/>
            <a:ext cx="711453" cy="3948964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04B3001D-E023-43F8-92BD-4D44E59F3E0A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5138" y="670997"/>
            <a:ext cx="2894633" cy="847442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84B97011-A365-4F00-A08C-25B3254CFCC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>
            <a:off x="6096000" y="4301236"/>
            <a:ext cx="5159434" cy="2007489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EFC67085-8200-4A4D-A555-EEBAADCBC60B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588E9111-B81C-4F01-A814-38814C185CE4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>
            <a:off x="477463" y="4267606"/>
            <a:ext cx="4718537" cy="2401482"/>
          </a:xfrm>
          <a:prstGeom prst="rect">
            <a:avLst/>
          </a:prstGeom>
        </p:spPr>
      </p:pic>
      <p:sp>
        <p:nvSpPr>
          <p:cNvPr id="11" name="Текст 2">
            <a:extLst>
              <a:ext uri="{FF2B5EF4-FFF2-40B4-BE49-F238E27FC236}">
                <a16:creationId xmlns:a16="http://schemas.microsoft.com/office/drawing/2014/main" id="{7B469323-F541-4C4B-ACE8-DB33C25923B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86000" y="1565099"/>
            <a:ext cx="6399138" cy="133898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600"/>
              </a:spcAft>
              <a:buFont typeface="Arial" panose="020B0604020202020204" pitchFamily="34" charset="0"/>
              <a:buNone/>
              <a:defRPr lang="ru-RU" sz="44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Заголовок 2</a:t>
            </a:r>
          </a:p>
        </p:txBody>
      </p:sp>
      <p:sp>
        <p:nvSpPr>
          <p:cNvPr id="17" name="Текст 2">
            <a:extLst>
              <a:ext uri="{FF2B5EF4-FFF2-40B4-BE49-F238E27FC236}">
                <a16:creationId xmlns:a16="http://schemas.microsoft.com/office/drawing/2014/main" id="{DC86C56E-64EE-49C0-AC96-398A47407E4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86000" y="2674851"/>
            <a:ext cx="6399138" cy="133898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600"/>
              </a:spcAft>
              <a:buFont typeface="Arial" panose="020B0604020202020204" pitchFamily="34" charset="0"/>
              <a:buNone/>
              <a:defRPr lang="ru-RU" sz="3600" b="1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Подзаголовок 1</a:t>
            </a: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52393ED1-DEA5-4F08-8BEB-7E781039F8D9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205" y="414000"/>
            <a:ext cx="2134360" cy="711453"/>
          </a:xfrm>
          <a:prstGeom prst="rect">
            <a:avLst/>
          </a:prstGeom>
        </p:spPr>
      </p:pic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A773569C-1F5F-4AC2-A0D4-7C0E4A51BFFC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8084851" y="5231138"/>
            <a:ext cx="3170583" cy="71224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400" b="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B5BCC45B-490D-42A6-B5BA-767A79B65CC9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084851" y="4657852"/>
            <a:ext cx="3170583" cy="71224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800" b="1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Имя Спикера</a:t>
            </a:r>
          </a:p>
        </p:txBody>
      </p:sp>
    </p:spTree>
    <p:extLst>
      <p:ext uri="{BB962C8B-B14F-4D97-AF65-F5344CB8AC3E}">
        <p14:creationId xmlns:p14="http://schemas.microsoft.com/office/powerpoint/2010/main" val="297042691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8"/>
          <p:cNvSpPr>
            <a:spLocks noGrp="1"/>
          </p:cNvSpPr>
          <p:nvPr>
            <p:ph type="title"/>
          </p:nvPr>
        </p:nvSpPr>
        <p:spPr>
          <a:xfrm>
            <a:off x="426000" y="325749"/>
            <a:ext cx="11160124" cy="628251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3200" b="1" kern="1200" spc="0" baseline="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E98B4977-4FEB-4B55-802E-5DE456E5B03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37278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1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9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: один скругленный угол 8">
            <a:extLst>
              <a:ext uri="{FF2B5EF4-FFF2-40B4-BE49-F238E27FC236}">
                <a16:creationId xmlns:a16="http://schemas.microsoft.com/office/drawing/2014/main" id="{C8571FD8-5D68-43E8-80C7-C261C941D2DB}"/>
              </a:ext>
            </a:extLst>
          </p:cNvPr>
          <p:cNvSpPr/>
          <p:nvPr/>
        </p:nvSpPr>
        <p:spPr>
          <a:xfrm flipV="1">
            <a:off x="0" y="-2"/>
            <a:ext cx="7535863" cy="1552565"/>
          </a:xfrm>
          <a:prstGeom prst="round1Rect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82CB16A8-9007-4B9C-A06A-1D7A52AF70D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000" y="1044000"/>
            <a:ext cx="2107403" cy="616970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61481066-0D75-4024-8FE5-40B39EC0FE1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5814365" y="-1207499"/>
            <a:ext cx="517966" cy="2875002"/>
          </a:xfrm>
          <a:prstGeom prst="rect">
            <a:avLst/>
          </a:prstGeom>
        </p:spPr>
      </p:pic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E98B4977-4FEB-4B55-802E-5DE456E5B03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3" name="Текст 2">
            <a:extLst>
              <a:ext uri="{FF2B5EF4-FFF2-40B4-BE49-F238E27FC236}">
                <a16:creationId xmlns:a16="http://schemas.microsoft.com/office/drawing/2014/main" id="{D692D46B-CD6A-478B-A21C-9AEB3BCF50C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25451" y="192306"/>
            <a:ext cx="5535612" cy="1552575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spcAft>
                <a:spcPts val="600"/>
              </a:spcAft>
              <a:defRPr lang="ru-RU" sz="1600" b="1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buNone/>
              <a:defRPr lang="ru-RU" sz="1800" b="1" i="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39785916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1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8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: один скругленный угол 15">
            <a:extLst>
              <a:ext uri="{FF2B5EF4-FFF2-40B4-BE49-F238E27FC236}">
                <a16:creationId xmlns:a16="http://schemas.microsoft.com/office/drawing/2014/main" id="{CFBF660B-006E-4913-B7F1-AECE36E6B3C5}"/>
              </a:ext>
            </a:extLst>
          </p:cNvPr>
          <p:cNvSpPr/>
          <p:nvPr/>
        </p:nvSpPr>
        <p:spPr>
          <a:xfrm flipV="1">
            <a:off x="0" y="-6"/>
            <a:ext cx="7895217" cy="1089030"/>
          </a:xfrm>
          <a:prstGeom prst="round1Rect">
            <a:avLst>
              <a:gd name="adj" fmla="val 28027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61481066-0D75-4024-8FE5-40B39EC0FE1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5814365" y="-1207499"/>
            <a:ext cx="517966" cy="2875002"/>
          </a:xfrm>
          <a:prstGeom prst="rect">
            <a:avLst/>
          </a:prstGeom>
        </p:spPr>
      </p:pic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E98B4977-4FEB-4B55-802E-5DE456E5B03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3" name="Текст 2">
            <a:extLst>
              <a:ext uri="{FF2B5EF4-FFF2-40B4-BE49-F238E27FC236}">
                <a16:creationId xmlns:a16="http://schemas.microsoft.com/office/drawing/2014/main" id="{D692D46B-CD6A-478B-A21C-9AEB3BCF50C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1" y="336775"/>
            <a:ext cx="5535612" cy="781224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spcAft>
                <a:spcPts val="600"/>
              </a:spcAft>
              <a:defRPr lang="ru-RU" sz="1600" b="1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buNone/>
              <a:defRPr lang="ru-RU" sz="2800" b="1" i="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</a:lstStyle>
          <a:p>
            <a:pPr lvl="1"/>
            <a:r>
              <a:rPr lang="ru-RU" dirty="0"/>
              <a:t>Второй уровень</a:t>
            </a: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86B0F9CC-1AA8-47FB-B352-69F39339EF89}"/>
              </a:ext>
            </a:extLst>
          </p:cNvPr>
          <p:cNvSpPr/>
          <p:nvPr/>
        </p:nvSpPr>
        <p:spPr>
          <a:xfrm>
            <a:off x="515938" y="2258750"/>
            <a:ext cx="3581608" cy="4049974"/>
          </a:xfrm>
          <a:prstGeom prst="roundRect">
            <a:avLst>
              <a:gd name="adj" fmla="val 5236"/>
            </a:avLst>
          </a:prstGeom>
          <a:solidFill>
            <a:srgbClr val="E6E6EB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44000" rIns="180000" bIns="144000" rtlCol="0" anchor="b"/>
          <a:lstStyle/>
          <a:p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8B3CCB5E-B681-410A-9B5B-76F1EF3D3E63}"/>
              </a:ext>
            </a:extLst>
          </p:cNvPr>
          <p:cNvSpPr/>
          <p:nvPr/>
        </p:nvSpPr>
        <p:spPr>
          <a:xfrm>
            <a:off x="4313609" y="2258750"/>
            <a:ext cx="3581608" cy="4049974"/>
          </a:xfrm>
          <a:prstGeom prst="roundRect">
            <a:avLst>
              <a:gd name="adj" fmla="val 5236"/>
            </a:avLst>
          </a:prstGeom>
          <a:solidFill>
            <a:srgbClr val="E6E6EB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44000" rIns="180000" bIns="144000" rtlCol="0" anchor="b"/>
          <a:lstStyle/>
          <a:p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CE83F64D-699C-46D7-9FFE-FC2AF8B639E5}"/>
              </a:ext>
            </a:extLst>
          </p:cNvPr>
          <p:cNvSpPr/>
          <p:nvPr/>
        </p:nvSpPr>
        <p:spPr>
          <a:xfrm>
            <a:off x="8111280" y="2258750"/>
            <a:ext cx="3581608" cy="4049974"/>
          </a:xfrm>
          <a:prstGeom prst="roundRect">
            <a:avLst>
              <a:gd name="adj" fmla="val 5236"/>
            </a:avLst>
          </a:prstGeom>
          <a:solidFill>
            <a:srgbClr val="E6E6EB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44000" rIns="180000" bIns="144000" rtlCol="0" anchor="b"/>
          <a:lstStyle/>
          <a:p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62919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1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9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: один скругленный угол 17">
            <a:extLst>
              <a:ext uri="{FF2B5EF4-FFF2-40B4-BE49-F238E27FC236}">
                <a16:creationId xmlns:a16="http://schemas.microsoft.com/office/drawing/2014/main" id="{364C424A-708F-45F3-A253-C34054459D42}"/>
              </a:ext>
            </a:extLst>
          </p:cNvPr>
          <p:cNvSpPr/>
          <p:nvPr/>
        </p:nvSpPr>
        <p:spPr>
          <a:xfrm flipV="1">
            <a:off x="0" y="-6"/>
            <a:ext cx="7895217" cy="1089030"/>
          </a:xfrm>
          <a:prstGeom prst="round1Rect">
            <a:avLst>
              <a:gd name="adj" fmla="val 28027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9" name="Текст 2">
            <a:extLst>
              <a:ext uri="{FF2B5EF4-FFF2-40B4-BE49-F238E27FC236}">
                <a16:creationId xmlns:a16="http://schemas.microsoft.com/office/drawing/2014/main" id="{605BAAA1-264F-418A-83F7-AF2F09C8047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1" y="336775"/>
            <a:ext cx="5535612" cy="781224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spcAft>
                <a:spcPts val="600"/>
              </a:spcAft>
              <a:defRPr lang="ru-RU" sz="1600" b="1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buNone/>
              <a:defRPr lang="ru-RU" sz="2800" b="1" i="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</a:lstStyle>
          <a:p>
            <a:pPr lvl="1"/>
            <a:r>
              <a:rPr lang="ru-RU" dirty="0"/>
              <a:t>Второй уровень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61481066-0D75-4024-8FE5-40B39EC0FE1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5814365" y="-1207499"/>
            <a:ext cx="517966" cy="2875002"/>
          </a:xfrm>
          <a:prstGeom prst="rect">
            <a:avLst/>
          </a:prstGeom>
        </p:spPr>
      </p:pic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E98B4977-4FEB-4B55-802E-5DE456E5B03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EB03F484-46A3-4DDF-8833-7FBECE48E03E}"/>
              </a:ext>
            </a:extLst>
          </p:cNvPr>
          <p:cNvSpPr/>
          <p:nvPr/>
        </p:nvSpPr>
        <p:spPr>
          <a:xfrm>
            <a:off x="515937" y="2259014"/>
            <a:ext cx="5445125" cy="4049710"/>
          </a:xfrm>
          <a:prstGeom prst="roundRect">
            <a:avLst>
              <a:gd name="adj" fmla="val 5236"/>
            </a:avLst>
          </a:prstGeom>
          <a:solidFill>
            <a:srgbClr val="E6E6EB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44000" rIns="180000" bIns="144000" rtlCol="0" anchor="b"/>
          <a:lstStyle/>
          <a:p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</p:txBody>
      </p:sp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F97FB6CA-68B0-4DC9-883B-D2EF47215991}"/>
              </a:ext>
            </a:extLst>
          </p:cNvPr>
          <p:cNvSpPr/>
          <p:nvPr/>
        </p:nvSpPr>
        <p:spPr>
          <a:xfrm>
            <a:off x="6233874" y="2259014"/>
            <a:ext cx="5445125" cy="4049710"/>
          </a:xfrm>
          <a:prstGeom prst="roundRect">
            <a:avLst>
              <a:gd name="adj" fmla="val 5236"/>
            </a:avLst>
          </a:prstGeom>
          <a:solidFill>
            <a:srgbClr val="E6E6EB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44000" rIns="180000" bIns="144000" rtlCol="0" anchor="b"/>
          <a:lstStyle/>
          <a:p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15869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1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0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: один скругленный угол 17">
            <a:extLst>
              <a:ext uri="{FF2B5EF4-FFF2-40B4-BE49-F238E27FC236}">
                <a16:creationId xmlns:a16="http://schemas.microsoft.com/office/drawing/2014/main" id="{364C424A-708F-45F3-A253-C34054459D42}"/>
              </a:ext>
            </a:extLst>
          </p:cNvPr>
          <p:cNvSpPr/>
          <p:nvPr/>
        </p:nvSpPr>
        <p:spPr>
          <a:xfrm flipV="1">
            <a:off x="0" y="-6"/>
            <a:ext cx="7895217" cy="1089030"/>
          </a:xfrm>
          <a:prstGeom prst="round1Rect">
            <a:avLst>
              <a:gd name="adj" fmla="val 28027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9" name="Текст 2">
            <a:extLst>
              <a:ext uri="{FF2B5EF4-FFF2-40B4-BE49-F238E27FC236}">
                <a16:creationId xmlns:a16="http://schemas.microsoft.com/office/drawing/2014/main" id="{605BAAA1-264F-418A-83F7-AF2F09C8047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1" y="336775"/>
            <a:ext cx="5535612" cy="781224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spcAft>
                <a:spcPts val="600"/>
              </a:spcAft>
              <a:defRPr lang="ru-RU" sz="1600" b="1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buNone/>
              <a:defRPr lang="ru-RU" sz="2800" b="1" i="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</a:lstStyle>
          <a:p>
            <a:pPr lvl="1"/>
            <a:r>
              <a:rPr lang="ru-RU" dirty="0"/>
              <a:t>Второй уровень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61481066-0D75-4024-8FE5-40B39EC0FE1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5814365" y="-1207499"/>
            <a:ext cx="517966" cy="2875002"/>
          </a:xfrm>
          <a:prstGeom prst="rect">
            <a:avLst/>
          </a:prstGeom>
        </p:spPr>
      </p:pic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E98B4977-4FEB-4B55-802E-5DE456E5B03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07576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1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14170B08-F2F7-401A-8878-3A30127F97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18A11ABA-6ADF-4E0C-BD0B-B209D4BAE9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9908B6B6-B9A1-4B1E-9870-8B75E74A57B1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425937" y="1224001"/>
            <a:ext cx="4140063" cy="630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rgbClr val="14003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2" name="Заголовок 8">
            <a:extLst>
              <a:ext uri="{FF2B5EF4-FFF2-40B4-BE49-F238E27FC236}">
                <a16:creationId xmlns:a16="http://schemas.microsoft.com/office/drawing/2014/main" id="{84C2511F-ED2E-4300-8370-61A000A24B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802" y="341377"/>
            <a:ext cx="4140063" cy="943251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9CA33BEC-99A1-4060-9ECF-A71A822A85AC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424802" y="1715718"/>
            <a:ext cx="4140063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AC08FD4D-0E78-4715-A92E-AA1ED8E88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201275" y="1224001"/>
            <a:ext cx="4140063" cy="630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7" name="Заголовок 8">
            <a:extLst>
              <a:ext uri="{FF2B5EF4-FFF2-40B4-BE49-F238E27FC236}">
                <a16:creationId xmlns:a16="http://schemas.microsoft.com/office/drawing/2014/main" id="{2E62391D-8A00-4A13-87F7-DB1654F9F8B2}"/>
              </a:ext>
            </a:extLst>
          </p:cNvPr>
          <p:cNvSpPr txBox="1">
            <a:spLocks/>
          </p:cNvSpPr>
          <p:nvPr/>
        </p:nvSpPr>
        <p:spPr>
          <a:xfrm>
            <a:off x="6200140" y="341377"/>
            <a:ext cx="4140063" cy="943251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130" baseline="0" dirty="0">
                <a:solidFill>
                  <a:srgbClr val="460F64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 sz="2800" b="1" kern="1200" spc="0" baseline="0" dirty="0">
                <a:solidFill>
                  <a:schemeClr val="tx2"/>
                </a:solidFill>
                <a:latin typeface="+mj-lt"/>
                <a:ea typeface="+mn-ea"/>
                <a:cs typeface="+mn-cs"/>
              </a:rPr>
              <a:t>Образец заголовка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6E45416E-CA52-4837-9063-A048ECAB4025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200140" y="1715718"/>
            <a:ext cx="4140063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093F7EE8-C58C-4635-8431-10AA9A6B892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20430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5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: скругленные верхние углы 1">
            <a:extLst>
              <a:ext uri="{FF2B5EF4-FFF2-40B4-BE49-F238E27FC236}">
                <a16:creationId xmlns:a16="http://schemas.microsoft.com/office/drawing/2014/main" id="{4E26F4C1-E17A-42B9-9787-46E22FBE1FCC}"/>
              </a:ext>
            </a:extLst>
          </p:cNvPr>
          <p:cNvSpPr/>
          <p:nvPr/>
        </p:nvSpPr>
        <p:spPr>
          <a:xfrm rot="16200000">
            <a:off x="4887651" y="-446352"/>
            <a:ext cx="6847695" cy="7761001"/>
          </a:xfrm>
          <a:prstGeom prst="round2SameRect">
            <a:avLst>
              <a:gd name="adj1" fmla="val 5834"/>
              <a:gd name="adj2" fmla="val 0"/>
            </a:avLst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14170B08-F2F7-401A-8878-3A30127F97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18A11ABA-6ADF-4E0C-BD0B-B209D4BAE9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9908B6B6-B9A1-4B1E-9870-8B75E74A57B1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427136" y="1235177"/>
            <a:ext cx="3393308" cy="630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rgbClr val="14003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2" name="Заголовок 8">
            <a:extLst>
              <a:ext uri="{FF2B5EF4-FFF2-40B4-BE49-F238E27FC236}">
                <a16:creationId xmlns:a16="http://schemas.microsoft.com/office/drawing/2014/main" id="{84C2511F-ED2E-4300-8370-61A000A24B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291926"/>
            <a:ext cx="3393308" cy="943251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3200" b="1" kern="1200" spc="0" baseline="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9CA33BEC-99A1-4060-9ECF-A71A822A85AC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426000" y="1726894"/>
            <a:ext cx="3394443" cy="3378282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AC08FD4D-0E78-4715-A92E-AA1ED8E88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366000" y="1269000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6E45416E-CA52-4837-9063-A048ECAB4025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364865" y="1944000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8DD6C2F2-909F-4200-A2D4-702406F714BB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10034486" y="1269000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6C2811FB-740F-49D7-B2FC-02B2B99AE433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10033351" y="1944000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BB685A26-1D47-4B3D-96A5-5F95F1B0774E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6366000" y="4078431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0BE2112D-024F-41C4-8407-904C7E51C612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6364865" y="4753431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5C80668A-C793-483B-A5ED-03904DF48B97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10034486" y="4078431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dirty="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1A602D51-D052-40A8-B551-AF00E69DCD4F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10033351" y="4753431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35" name="Рисунок 4">
            <a:extLst>
              <a:ext uri="{FF2B5EF4-FFF2-40B4-BE49-F238E27FC236}">
                <a16:creationId xmlns:a16="http://schemas.microsoft.com/office/drawing/2014/main" id="{AB9A88A1-D1B6-46BB-8803-A820FE9E909C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4668987" y="923523"/>
            <a:ext cx="1595870" cy="1939753"/>
          </a:xfrm>
          <a:prstGeom prst="roundRect">
            <a:avLst>
              <a:gd name="adj" fmla="val 6799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sp>
        <p:nvSpPr>
          <p:cNvPr id="36" name="Рисунок 4">
            <a:extLst>
              <a:ext uri="{FF2B5EF4-FFF2-40B4-BE49-F238E27FC236}">
                <a16:creationId xmlns:a16="http://schemas.microsoft.com/office/drawing/2014/main" id="{8C1D4938-31FD-4E9C-94CA-E0FDBD1C5946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8370130" y="923523"/>
            <a:ext cx="1595870" cy="1939753"/>
          </a:xfrm>
          <a:prstGeom prst="roundRect">
            <a:avLst>
              <a:gd name="adj" fmla="val 6640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sp>
        <p:nvSpPr>
          <p:cNvPr id="37" name="Рисунок 4">
            <a:extLst>
              <a:ext uri="{FF2B5EF4-FFF2-40B4-BE49-F238E27FC236}">
                <a16:creationId xmlns:a16="http://schemas.microsoft.com/office/drawing/2014/main" id="{FC8E2A01-5150-426E-9426-8F534D949BBC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4668987" y="3776498"/>
            <a:ext cx="1595870" cy="1939753"/>
          </a:xfrm>
          <a:prstGeom prst="roundRect">
            <a:avLst>
              <a:gd name="adj" fmla="val 7914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sp>
        <p:nvSpPr>
          <p:cNvPr id="38" name="Рисунок 4">
            <a:extLst>
              <a:ext uri="{FF2B5EF4-FFF2-40B4-BE49-F238E27FC236}">
                <a16:creationId xmlns:a16="http://schemas.microsoft.com/office/drawing/2014/main" id="{7FDCBB37-334E-4904-BCC7-1ACFB45AED9D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8370130" y="3776498"/>
            <a:ext cx="1595870" cy="1939753"/>
          </a:xfrm>
          <a:prstGeom prst="roundRect">
            <a:avLst>
              <a:gd name="adj" fmla="val 7913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C1C9F512-C34E-49AD-9FFA-3E96C1869EF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375587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6_Пустой слайд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14170B08-F2F7-401A-8878-3A30127F97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18A11ABA-6ADF-4E0C-BD0B-B209D4BAE9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08607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34" name="Заголовок 8">
            <a:extLst>
              <a:ext uri="{FF2B5EF4-FFF2-40B4-BE49-F238E27FC236}">
                <a16:creationId xmlns:a16="http://schemas.microsoft.com/office/drawing/2014/main" id="{D9DEDCFF-88FA-42C3-81AD-CAC254B24E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876" y="324000"/>
            <a:ext cx="11160124" cy="628251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D2D3C4A5-2F42-4BEE-AF02-B64CC8613AB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39" name="Text Placeholder 2">
            <a:extLst>
              <a:ext uri="{FF2B5EF4-FFF2-40B4-BE49-F238E27FC236}">
                <a16:creationId xmlns:a16="http://schemas.microsoft.com/office/drawing/2014/main" id="{3E54B3B8-6E9D-4F0B-8C17-51B1774FD8A9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2212889" y="1475628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41" name="Text Placeholder 2">
            <a:extLst>
              <a:ext uri="{FF2B5EF4-FFF2-40B4-BE49-F238E27FC236}">
                <a16:creationId xmlns:a16="http://schemas.microsoft.com/office/drawing/2014/main" id="{2A036574-04B8-471C-9F4A-402A9715B44D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2211754" y="2150628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42" name="Text Placeholder 2">
            <a:extLst>
              <a:ext uri="{FF2B5EF4-FFF2-40B4-BE49-F238E27FC236}">
                <a16:creationId xmlns:a16="http://schemas.microsoft.com/office/drawing/2014/main" id="{C68B8DA8-36AE-41D9-952C-CC22D2DF75D5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5881375" y="1475628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43" name="Text Placeholder 2">
            <a:extLst>
              <a:ext uri="{FF2B5EF4-FFF2-40B4-BE49-F238E27FC236}">
                <a16:creationId xmlns:a16="http://schemas.microsoft.com/office/drawing/2014/main" id="{F68F3703-6EE7-47DA-8810-D63161C650AE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5880240" y="2150628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44" name="Text Placeholder 2">
            <a:extLst>
              <a:ext uri="{FF2B5EF4-FFF2-40B4-BE49-F238E27FC236}">
                <a16:creationId xmlns:a16="http://schemas.microsoft.com/office/drawing/2014/main" id="{BA46350D-7B62-4B98-930A-ADD9981B296C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2212889" y="4285059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45" name="Text Placeholder 2">
            <a:extLst>
              <a:ext uri="{FF2B5EF4-FFF2-40B4-BE49-F238E27FC236}">
                <a16:creationId xmlns:a16="http://schemas.microsoft.com/office/drawing/2014/main" id="{DAD0DBFB-FDA4-4204-908B-3DD3F91F17F2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2211754" y="4960059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46" name="Text Placeholder 2">
            <a:extLst>
              <a:ext uri="{FF2B5EF4-FFF2-40B4-BE49-F238E27FC236}">
                <a16:creationId xmlns:a16="http://schemas.microsoft.com/office/drawing/2014/main" id="{04F86A53-09F1-42B6-B964-0F3B8F9F0E7A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5881375" y="4285059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47" name="Text Placeholder 2">
            <a:extLst>
              <a:ext uri="{FF2B5EF4-FFF2-40B4-BE49-F238E27FC236}">
                <a16:creationId xmlns:a16="http://schemas.microsoft.com/office/drawing/2014/main" id="{CE3BD75D-8FDF-4DA4-9017-BE49C495E2F5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5880240" y="4960059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48" name="Рисунок 4">
            <a:extLst>
              <a:ext uri="{FF2B5EF4-FFF2-40B4-BE49-F238E27FC236}">
                <a16:creationId xmlns:a16="http://schemas.microsoft.com/office/drawing/2014/main" id="{38628F22-D6BD-4184-9F28-63162FCA0F67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515876" y="1130151"/>
            <a:ext cx="1595870" cy="1939753"/>
          </a:xfrm>
          <a:prstGeom prst="roundRect">
            <a:avLst>
              <a:gd name="adj" fmla="val 9770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sp>
        <p:nvSpPr>
          <p:cNvPr id="49" name="Рисунок 4">
            <a:extLst>
              <a:ext uri="{FF2B5EF4-FFF2-40B4-BE49-F238E27FC236}">
                <a16:creationId xmlns:a16="http://schemas.microsoft.com/office/drawing/2014/main" id="{57F771C5-BFA2-4EBF-BFB9-1B3985F4032A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4217019" y="1130151"/>
            <a:ext cx="1595870" cy="1939753"/>
          </a:xfrm>
          <a:prstGeom prst="roundRect">
            <a:avLst>
              <a:gd name="adj" fmla="val 10036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sp>
        <p:nvSpPr>
          <p:cNvPr id="50" name="Рисунок 4">
            <a:extLst>
              <a:ext uri="{FF2B5EF4-FFF2-40B4-BE49-F238E27FC236}">
                <a16:creationId xmlns:a16="http://schemas.microsoft.com/office/drawing/2014/main" id="{4201B8F9-2351-4495-B899-CE146EF1C094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515876" y="3983126"/>
            <a:ext cx="1595870" cy="1939753"/>
          </a:xfrm>
          <a:prstGeom prst="roundRect">
            <a:avLst>
              <a:gd name="adj" fmla="val 10566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sp>
        <p:nvSpPr>
          <p:cNvPr id="51" name="Рисунок 4">
            <a:extLst>
              <a:ext uri="{FF2B5EF4-FFF2-40B4-BE49-F238E27FC236}">
                <a16:creationId xmlns:a16="http://schemas.microsoft.com/office/drawing/2014/main" id="{0F02BFB4-EB2B-4D79-AC51-1E632B4045A5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4217019" y="3983126"/>
            <a:ext cx="1595870" cy="1939753"/>
          </a:xfrm>
          <a:prstGeom prst="roundRect">
            <a:avLst>
              <a:gd name="adj" fmla="val 9505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sp>
        <p:nvSpPr>
          <p:cNvPr id="52" name="Text Placeholder 2">
            <a:extLst>
              <a:ext uri="{FF2B5EF4-FFF2-40B4-BE49-F238E27FC236}">
                <a16:creationId xmlns:a16="http://schemas.microsoft.com/office/drawing/2014/main" id="{AC40D5F2-D366-4DED-90F3-8B1F486BF048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9462775" y="1475628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770CA595-4FC5-47BE-87F3-9C22F9066E87}"/>
              </a:ext>
            </a:extLst>
          </p:cNvPr>
          <p:cNvSpPr>
            <a:spLocks noGrp="1"/>
          </p:cNvSpPr>
          <p:nvPr>
            <p:ph type="body" idx="37" hasCustomPrompt="1"/>
          </p:nvPr>
        </p:nvSpPr>
        <p:spPr>
          <a:xfrm>
            <a:off x="9461640" y="2150628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C052E0F5-668D-4A31-9A33-A4A8ABB2C002}"/>
              </a:ext>
            </a:extLst>
          </p:cNvPr>
          <p:cNvSpPr>
            <a:spLocks noGrp="1"/>
          </p:cNvSpPr>
          <p:nvPr>
            <p:ph type="body" idx="38" hasCustomPrompt="1"/>
          </p:nvPr>
        </p:nvSpPr>
        <p:spPr>
          <a:xfrm>
            <a:off x="9462775" y="4285059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55" name="Text Placeholder 2">
            <a:extLst>
              <a:ext uri="{FF2B5EF4-FFF2-40B4-BE49-F238E27FC236}">
                <a16:creationId xmlns:a16="http://schemas.microsoft.com/office/drawing/2014/main" id="{AF61B47D-F365-469B-BC7E-53EE9A44EB3B}"/>
              </a:ext>
            </a:extLst>
          </p:cNvPr>
          <p:cNvSpPr>
            <a:spLocks noGrp="1"/>
          </p:cNvSpPr>
          <p:nvPr>
            <p:ph type="body" idx="39" hasCustomPrompt="1"/>
          </p:nvPr>
        </p:nvSpPr>
        <p:spPr>
          <a:xfrm>
            <a:off x="9461640" y="4960059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56" name="Рисунок 4">
            <a:extLst>
              <a:ext uri="{FF2B5EF4-FFF2-40B4-BE49-F238E27FC236}">
                <a16:creationId xmlns:a16="http://schemas.microsoft.com/office/drawing/2014/main" id="{7D1935D4-B283-408C-A96B-BD68E4ADD7D6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7798419" y="1130151"/>
            <a:ext cx="1595870" cy="1939753"/>
          </a:xfrm>
          <a:prstGeom prst="roundRect">
            <a:avLst>
              <a:gd name="adj" fmla="val 9505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sp>
        <p:nvSpPr>
          <p:cNvPr id="57" name="Рисунок 4">
            <a:extLst>
              <a:ext uri="{FF2B5EF4-FFF2-40B4-BE49-F238E27FC236}">
                <a16:creationId xmlns:a16="http://schemas.microsoft.com/office/drawing/2014/main" id="{FB9D8250-D8F5-42F5-AAEB-B0C005B9E753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7798419" y="3983126"/>
            <a:ext cx="1595870" cy="1939753"/>
          </a:xfrm>
          <a:prstGeom prst="roundRect">
            <a:avLst>
              <a:gd name="adj" fmla="val 7913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</p:spTree>
    <p:extLst>
      <p:ext uri="{BB962C8B-B14F-4D97-AF65-F5344CB8AC3E}">
        <p14:creationId xmlns:p14="http://schemas.microsoft.com/office/powerpoint/2010/main" val="239731738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A459AC6F-DB26-4ACD-820C-B095242435A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Заголовок 8">
            <a:extLst>
              <a:ext uri="{FF2B5EF4-FFF2-40B4-BE49-F238E27FC236}">
                <a16:creationId xmlns:a16="http://schemas.microsoft.com/office/drawing/2014/main" id="{FBE8F190-DEED-40D5-9B2D-E9AC76FFE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238" y="324000"/>
            <a:ext cx="5939700" cy="54063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C4C595E9-8676-4BF2-8C3B-25CD551A5CB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9C150EEF-2BC3-4FDC-9ED3-B90A98D8851D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2212951" y="1475628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32ADE612-4D39-460A-94D1-0F1B7CF6ABE7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2211816" y="2150628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F4513042-2336-4566-B836-6249A1EF5ECC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5881437" y="1475628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A1E198DD-A087-4E8D-B3F2-471786C18D54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5880302" y="2150628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BBD97AB1-2B5F-49E0-A564-92CD9A6E5ABF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2212951" y="4285059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EC407059-6582-45D0-95B6-158152862918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2211816" y="4960059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63FC9E4A-4839-4E66-ACCF-0EDE7716A857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5881437" y="4285059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4A4D35AE-8CB5-4850-B523-726CAFDE324B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5880302" y="4960059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19" name="Рисунок 4">
            <a:extLst>
              <a:ext uri="{FF2B5EF4-FFF2-40B4-BE49-F238E27FC236}">
                <a16:creationId xmlns:a16="http://schemas.microsoft.com/office/drawing/2014/main" id="{EFD1F04C-8601-45F5-822E-F08919CD9FE7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515938" y="1130151"/>
            <a:ext cx="1595870" cy="1939753"/>
          </a:xfrm>
          <a:prstGeom prst="roundRect">
            <a:avLst>
              <a:gd name="adj" fmla="val 9770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sp>
        <p:nvSpPr>
          <p:cNvPr id="21" name="Рисунок 4">
            <a:extLst>
              <a:ext uri="{FF2B5EF4-FFF2-40B4-BE49-F238E27FC236}">
                <a16:creationId xmlns:a16="http://schemas.microsoft.com/office/drawing/2014/main" id="{3C32C7FB-E88F-4B6D-8B11-2700DB4F1C8B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4217081" y="1130151"/>
            <a:ext cx="1595870" cy="1939753"/>
          </a:xfrm>
          <a:prstGeom prst="roundRect">
            <a:avLst>
              <a:gd name="adj" fmla="val 10036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sp>
        <p:nvSpPr>
          <p:cNvPr id="22" name="Рисунок 4">
            <a:extLst>
              <a:ext uri="{FF2B5EF4-FFF2-40B4-BE49-F238E27FC236}">
                <a16:creationId xmlns:a16="http://schemas.microsoft.com/office/drawing/2014/main" id="{5DF09240-8405-4D2C-BDD3-0D90CF1A8759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515938" y="3983126"/>
            <a:ext cx="1595870" cy="1939753"/>
          </a:xfrm>
          <a:prstGeom prst="roundRect">
            <a:avLst>
              <a:gd name="adj" fmla="val 10566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sp>
        <p:nvSpPr>
          <p:cNvPr id="23" name="Рисунок 4">
            <a:extLst>
              <a:ext uri="{FF2B5EF4-FFF2-40B4-BE49-F238E27FC236}">
                <a16:creationId xmlns:a16="http://schemas.microsoft.com/office/drawing/2014/main" id="{9AE0E28C-DDA8-43C4-86A4-E8215FC0F688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4217081" y="3983126"/>
            <a:ext cx="1595870" cy="1939753"/>
          </a:xfrm>
          <a:prstGeom prst="roundRect">
            <a:avLst>
              <a:gd name="adj" fmla="val 9505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FC92B6AC-6DB8-492D-8AAF-3882BE8EC1E5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9462837" y="1475628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28D0EB99-371A-4A5B-86D3-572306F295CA}"/>
              </a:ext>
            </a:extLst>
          </p:cNvPr>
          <p:cNvSpPr>
            <a:spLocks noGrp="1"/>
          </p:cNvSpPr>
          <p:nvPr>
            <p:ph type="body" idx="37" hasCustomPrompt="1"/>
          </p:nvPr>
        </p:nvSpPr>
        <p:spPr>
          <a:xfrm>
            <a:off x="9461702" y="2150628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5F25EFCE-BF6D-4517-ABA5-97E287677340}"/>
              </a:ext>
            </a:extLst>
          </p:cNvPr>
          <p:cNvSpPr>
            <a:spLocks noGrp="1"/>
          </p:cNvSpPr>
          <p:nvPr>
            <p:ph type="body" idx="38" hasCustomPrompt="1"/>
          </p:nvPr>
        </p:nvSpPr>
        <p:spPr>
          <a:xfrm>
            <a:off x="9462837" y="4285059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8F071A19-09EB-4551-A373-63D564EBB86B}"/>
              </a:ext>
            </a:extLst>
          </p:cNvPr>
          <p:cNvSpPr>
            <a:spLocks noGrp="1"/>
          </p:cNvSpPr>
          <p:nvPr>
            <p:ph type="body" idx="39" hasCustomPrompt="1"/>
          </p:nvPr>
        </p:nvSpPr>
        <p:spPr>
          <a:xfrm>
            <a:off x="9461702" y="4960059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8" name="Рисунок 4">
            <a:extLst>
              <a:ext uri="{FF2B5EF4-FFF2-40B4-BE49-F238E27FC236}">
                <a16:creationId xmlns:a16="http://schemas.microsoft.com/office/drawing/2014/main" id="{1A465055-5443-4732-A739-8FDDEBCE94A6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7798481" y="1130151"/>
            <a:ext cx="1595870" cy="1939753"/>
          </a:xfrm>
          <a:prstGeom prst="roundRect">
            <a:avLst>
              <a:gd name="adj" fmla="val 9505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sp>
        <p:nvSpPr>
          <p:cNvPr id="29" name="Рисунок 4">
            <a:extLst>
              <a:ext uri="{FF2B5EF4-FFF2-40B4-BE49-F238E27FC236}">
                <a16:creationId xmlns:a16="http://schemas.microsoft.com/office/drawing/2014/main" id="{6C5A70A8-CC7D-40FE-BD81-F5270EE7FF5F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7798481" y="3983126"/>
            <a:ext cx="1595870" cy="1939753"/>
          </a:xfrm>
          <a:prstGeom prst="roundRect">
            <a:avLst>
              <a:gd name="adj" fmla="val 7913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</p:spTree>
    <p:extLst>
      <p:ext uri="{BB962C8B-B14F-4D97-AF65-F5344CB8AC3E}">
        <p14:creationId xmlns:p14="http://schemas.microsoft.com/office/powerpoint/2010/main" val="2809849668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2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D6EEDD39-7E02-4FBE-A586-CD4DB1FD015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9DBAD4CE-E44A-4317-AD22-3D3BDA337E3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2"/>
          <a:stretch/>
        </p:blipFill>
        <p:spPr>
          <a:xfrm flipH="1">
            <a:off x="0" y="-1"/>
            <a:ext cx="12192000" cy="6858001"/>
          </a:xfrm>
          <a:prstGeom prst="rect">
            <a:avLst/>
          </a:prstGeom>
        </p:spPr>
      </p:pic>
      <p:sp>
        <p:nvSpPr>
          <p:cNvPr id="20" name="Заголовок 8">
            <a:extLst>
              <a:ext uri="{FF2B5EF4-FFF2-40B4-BE49-F238E27FC236}">
                <a16:creationId xmlns:a16="http://schemas.microsoft.com/office/drawing/2014/main" id="{FBE8F190-DEED-40D5-9B2D-E9AC76FFE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300" y="321674"/>
            <a:ext cx="10880796" cy="546468"/>
          </a:xfrm>
          <a:prstGeom prst="rect">
            <a:avLst/>
          </a:prstGeom>
        </p:spPr>
        <p:txBody>
          <a:bodyPr/>
          <a:lstStyle>
            <a:lvl1pPr algn="l">
              <a:defRPr sz="2800" spc="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2143AB89-BE96-4B8D-AEA2-509F91FFFA0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4A165048-8211-4D4D-83AD-06BCAE789B52}"/>
              </a:ext>
            </a:extLst>
          </p:cNvPr>
          <p:cNvSpPr/>
          <p:nvPr/>
        </p:nvSpPr>
        <p:spPr>
          <a:xfrm>
            <a:off x="6234163" y="909638"/>
            <a:ext cx="5445000" cy="5399087"/>
          </a:xfrm>
          <a:prstGeom prst="roundRect">
            <a:avLst>
              <a:gd name="adj" fmla="val 4906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FF18B7FF-84DE-4E6E-A7CC-B988AC258530}"/>
              </a:ext>
            </a:extLst>
          </p:cNvPr>
          <p:cNvSpPr/>
          <p:nvPr/>
        </p:nvSpPr>
        <p:spPr>
          <a:xfrm>
            <a:off x="516300" y="909638"/>
            <a:ext cx="5445000" cy="5399087"/>
          </a:xfrm>
          <a:prstGeom prst="roundRect">
            <a:avLst>
              <a:gd name="adj" fmla="val 490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2D6EA826-1F6B-4524-B918-652BFA175391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731563" y="1134000"/>
            <a:ext cx="5012990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8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Подзаголовок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6BDF6AD7-DC73-4907-B964-0474B2B51C10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446563" y="1134000"/>
            <a:ext cx="5012990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800" b="1" kern="1200" baseline="0" dirty="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Подзаголовок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B22BE7B7-4565-4A5D-94E6-434AA673EC2D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727862" y="1857426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6E63178B-17ED-4FAF-9B63-D698D7DB4189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6442862" y="1857426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A7BE4B75-8FCF-40E7-B9B5-DC8F30A81FF7}"/>
              </a:ext>
            </a:extLst>
          </p:cNvPr>
          <p:cNvSpPr/>
          <p:nvPr/>
        </p:nvSpPr>
        <p:spPr>
          <a:xfrm>
            <a:off x="4971000" y="1134000"/>
            <a:ext cx="773553" cy="773553"/>
          </a:xfrm>
          <a:prstGeom prst="roundRect">
            <a:avLst/>
          </a:prstGeom>
          <a:gradFill flip="none" rotWithShape="1">
            <a:gsLst>
              <a:gs pos="0">
                <a:schemeClr val="tx2"/>
              </a:gs>
              <a:gs pos="10000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61952EFD-93FB-45BF-8425-7C521755FA20}"/>
              </a:ext>
            </a:extLst>
          </p:cNvPr>
          <p:cNvSpPr/>
          <p:nvPr/>
        </p:nvSpPr>
        <p:spPr>
          <a:xfrm>
            <a:off x="10711400" y="1134000"/>
            <a:ext cx="773553" cy="773553"/>
          </a:xfrm>
          <a:prstGeom prst="round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799725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55">
          <p15:clr>
            <a:srgbClr val="FBAE40"/>
          </p15:clr>
        </p15:guide>
        <p15:guide id="2" pos="3925">
          <p15:clr>
            <a:srgbClr val="FBAE4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2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D6EEDD39-7E02-4FBE-A586-CD4DB1FD015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9DBAD4CE-E44A-4317-AD22-3D3BDA337E3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2"/>
          <a:stretch/>
        </p:blipFill>
        <p:spPr>
          <a:xfrm flipH="1">
            <a:off x="0" y="-1"/>
            <a:ext cx="12192000" cy="6858001"/>
          </a:xfrm>
          <a:prstGeom prst="rect">
            <a:avLst/>
          </a:prstGeom>
        </p:spPr>
      </p:pic>
      <p:sp>
        <p:nvSpPr>
          <p:cNvPr id="20" name="Заголовок 8">
            <a:extLst>
              <a:ext uri="{FF2B5EF4-FFF2-40B4-BE49-F238E27FC236}">
                <a16:creationId xmlns:a16="http://schemas.microsoft.com/office/drawing/2014/main" id="{FBE8F190-DEED-40D5-9B2D-E9AC76FFE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300" y="321674"/>
            <a:ext cx="10880796" cy="546468"/>
          </a:xfrm>
          <a:prstGeom prst="rect">
            <a:avLst/>
          </a:prstGeom>
        </p:spPr>
        <p:txBody>
          <a:bodyPr/>
          <a:lstStyle>
            <a:lvl1pPr algn="l">
              <a:defRPr sz="2800" spc="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2143AB89-BE96-4B8D-AEA2-509F91FFFA0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4A165048-8211-4D4D-83AD-06BCAE789B52}"/>
              </a:ext>
            </a:extLst>
          </p:cNvPr>
          <p:cNvSpPr/>
          <p:nvPr/>
        </p:nvSpPr>
        <p:spPr>
          <a:xfrm>
            <a:off x="6234163" y="909638"/>
            <a:ext cx="5445000" cy="5399087"/>
          </a:xfrm>
          <a:prstGeom prst="roundRect">
            <a:avLst>
              <a:gd name="adj" fmla="val 490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FF18B7FF-84DE-4E6E-A7CC-B988AC258530}"/>
              </a:ext>
            </a:extLst>
          </p:cNvPr>
          <p:cNvSpPr/>
          <p:nvPr/>
        </p:nvSpPr>
        <p:spPr>
          <a:xfrm>
            <a:off x="516300" y="909638"/>
            <a:ext cx="5445000" cy="5399087"/>
          </a:xfrm>
          <a:prstGeom prst="roundRect">
            <a:avLst>
              <a:gd name="adj" fmla="val 490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2D6EA826-1F6B-4524-B918-652BFA175391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731563" y="1134000"/>
            <a:ext cx="5012990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8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Подзаголовок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6BDF6AD7-DC73-4907-B964-0474B2B51C10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446563" y="1134000"/>
            <a:ext cx="5012990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8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Подзаголовок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B22BE7B7-4565-4A5D-94E6-434AA673EC2D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727862" y="1857426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6E63178B-17ED-4FAF-9B63-D698D7DB4189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6442862" y="1857426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</a:pPr>
            <a:r>
              <a:rPr lang="ru-RU" dirty="0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29182975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55">
          <p15:clr>
            <a:srgbClr val="FBAE40"/>
          </p15:clr>
        </p15:guide>
        <p15:guide id="2" pos="3925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7_Пустой слайд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Заголовок 8">
            <a:extLst>
              <a:ext uri="{FF2B5EF4-FFF2-40B4-BE49-F238E27FC236}">
                <a16:creationId xmlns:a16="http://schemas.microsoft.com/office/drawing/2014/main" id="{FBE8F190-DEED-40D5-9B2D-E9AC76FFE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300" y="321674"/>
            <a:ext cx="10880796" cy="546468"/>
          </a:xfrm>
          <a:prstGeom prst="rect">
            <a:avLst/>
          </a:prstGeom>
        </p:spPr>
        <p:txBody>
          <a:bodyPr/>
          <a:lstStyle>
            <a:lvl1pPr algn="l">
              <a:defRPr sz="2800" spc="0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4A165048-8211-4D4D-83AD-06BCAE789B52}"/>
              </a:ext>
            </a:extLst>
          </p:cNvPr>
          <p:cNvSpPr/>
          <p:nvPr/>
        </p:nvSpPr>
        <p:spPr>
          <a:xfrm>
            <a:off x="6234163" y="909638"/>
            <a:ext cx="5445000" cy="5399087"/>
          </a:xfrm>
          <a:prstGeom prst="roundRect">
            <a:avLst>
              <a:gd name="adj" fmla="val 4906"/>
            </a:avLst>
          </a:prstGeom>
          <a:gradFill flip="none" rotWithShape="1">
            <a:gsLst>
              <a:gs pos="0">
                <a:schemeClr val="tx2"/>
              </a:gs>
              <a:gs pos="10000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FF18B7FF-84DE-4E6E-A7CC-B988AC258530}"/>
              </a:ext>
            </a:extLst>
          </p:cNvPr>
          <p:cNvSpPr/>
          <p:nvPr/>
        </p:nvSpPr>
        <p:spPr>
          <a:xfrm>
            <a:off x="516300" y="909638"/>
            <a:ext cx="5445000" cy="5399087"/>
          </a:xfrm>
          <a:prstGeom prst="roundRect">
            <a:avLst>
              <a:gd name="adj" fmla="val 490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2D6EA826-1F6B-4524-B918-652BFA175391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768010" y="1134000"/>
            <a:ext cx="5012990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8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Подзаголовок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6BDF6AD7-DC73-4907-B964-0474B2B51C10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483010" y="1134000"/>
            <a:ext cx="5012990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800" b="1" kern="1200" baseline="0" dirty="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Подзаголовок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B22BE7B7-4565-4A5D-94E6-434AA673EC2D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764309" y="1857426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6E63178B-17ED-4FAF-9B63-D698D7DB4189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6479309" y="1857426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A7BE4B75-8FCF-40E7-B9B5-DC8F30A81FF7}"/>
              </a:ext>
            </a:extLst>
          </p:cNvPr>
          <p:cNvSpPr/>
          <p:nvPr/>
        </p:nvSpPr>
        <p:spPr>
          <a:xfrm>
            <a:off x="4971000" y="1134000"/>
            <a:ext cx="773553" cy="773553"/>
          </a:xfrm>
          <a:prstGeom prst="roundRect">
            <a:avLst/>
          </a:prstGeom>
          <a:gradFill flip="none" rotWithShape="1">
            <a:gsLst>
              <a:gs pos="0">
                <a:schemeClr val="tx2"/>
              </a:gs>
              <a:gs pos="10000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61952EFD-93FB-45BF-8425-7C521755FA20}"/>
              </a:ext>
            </a:extLst>
          </p:cNvPr>
          <p:cNvSpPr/>
          <p:nvPr/>
        </p:nvSpPr>
        <p:spPr>
          <a:xfrm>
            <a:off x="10711400" y="1134000"/>
            <a:ext cx="773553" cy="773553"/>
          </a:xfrm>
          <a:prstGeom prst="round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4BE78C9A-D01F-4B47-A8FA-A9907ABDA4E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3280342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9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5E8FED8C-6FC7-4D72-A6BB-775AB8EC5A0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422C450D-961E-4FCB-8E9F-976891B87DF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2"/>
          <a:stretch/>
        </p:blipFill>
        <p:spPr>
          <a:xfrm flipH="1">
            <a:off x="0" y="-1"/>
            <a:ext cx="12192000" cy="6858001"/>
          </a:xfrm>
          <a:prstGeom prst="rect">
            <a:avLst/>
          </a:prstGeom>
        </p:spPr>
      </p:pic>
      <p:sp>
        <p:nvSpPr>
          <p:cNvPr id="20" name="Заголовок 8">
            <a:extLst>
              <a:ext uri="{FF2B5EF4-FFF2-40B4-BE49-F238E27FC236}">
                <a16:creationId xmlns:a16="http://schemas.microsoft.com/office/drawing/2014/main" id="{FBE8F190-DEED-40D5-9B2D-E9AC76FFE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300" y="321674"/>
            <a:ext cx="10880796" cy="546468"/>
          </a:xfrm>
          <a:prstGeom prst="rect">
            <a:avLst/>
          </a:prstGeom>
        </p:spPr>
        <p:txBody>
          <a:bodyPr/>
          <a:lstStyle>
            <a:lvl1pPr algn="l">
              <a:defRPr sz="2800" spc="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2143AB89-BE96-4B8D-AEA2-509F91FFFA0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4A165048-8211-4D4D-83AD-06BCAE789B52}"/>
              </a:ext>
            </a:extLst>
          </p:cNvPr>
          <p:cNvSpPr/>
          <p:nvPr/>
        </p:nvSpPr>
        <p:spPr>
          <a:xfrm>
            <a:off x="6234163" y="909638"/>
            <a:ext cx="5445000" cy="5399087"/>
          </a:xfrm>
          <a:prstGeom prst="roundRect">
            <a:avLst>
              <a:gd name="adj" fmla="val 4906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FF18B7FF-84DE-4E6E-A7CC-B988AC258530}"/>
              </a:ext>
            </a:extLst>
          </p:cNvPr>
          <p:cNvSpPr/>
          <p:nvPr/>
        </p:nvSpPr>
        <p:spPr>
          <a:xfrm>
            <a:off x="516300" y="909638"/>
            <a:ext cx="5445000" cy="5399087"/>
          </a:xfrm>
          <a:prstGeom prst="roundRect">
            <a:avLst>
              <a:gd name="adj" fmla="val 490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2D6EA826-1F6B-4524-B918-652BFA175391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731563" y="1134000"/>
            <a:ext cx="5012990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8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Подзаголовок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6BDF6AD7-DC73-4907-B964-0474B2B51C10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446563" y="1134000"/>
            <a:ext cx="5012990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800" b="1" kern="1200" baseline="0" dirty="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Подзаголовок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B22BE7B7-4565-4A5D-94E6-434AA673EC2D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727862" y="1857426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6E63178B-17ED-4FAF-9B63-D698D7DB4189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6442862" y="1857426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39157153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55">
          <p15:clr>
            <a:srgbClr val="FBAE40"/>
          </p15:clr>
        </p15:guide>
        <p15:guide id="2" pos="3925">
          <p15:clr>
            <a:srgbClr val="FBAE4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5_Пустой слайд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Заголовок 8">
            <a:extLst>
              <a:ext uri="{FF2B5EF4-FFF2-40B4-BE49-F238E27FC236}">
                <a16:creationId xmlns:a16="http://schemas.microsoft.com/office/drawing/2014/main" id="{FBE8F190-DEED-40D5-9B2D-E9AC76FFE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300" y="321674"/>
            <a:ext cx="10880796" cy="546468"/>
          </a:xfrm>
          <a:prstGeom prst="rect">
            <a:avLst/>
          </a:prstGeom>
        </p:spPr>
        <p:txBody>
          <a:bodyPr/>
          <a:lstStyle>
            <a:lvl1pPr algn="l">
              <a:defRPr sz="2800" spc="0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4BE78C9A-D01F-4B47-A8FA-A9907ABDA4E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AB986061-5F89-4366-B0B9-088D7A25EA4F}"/>
              </a:ext>
            </a:extLst>
          </p:cNvPr>
          <p:cNvSpPr/>
          <p:nvPr/>
        </p:nvSpPr>
        <p:spPr>
          <a:xfrm>
            <a:off x="516300" y="909638"/>
            <a:ext cx="5445000" cy="5399087"/>
          </a:xfrm>
          <a:prstGeom prst="roundRect">
            <a:avLst>
              <a:gd name="adj" fmla="val 490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E17D8BDE-6E19-4031-A12A-CC7D5280F424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731563" y="1134000"/>
            <a:ext cx="5012990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8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Подзаголовок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98328A3D-FAA4-4FEE-8C1B-4F7642A7DFF2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727862" y="1857426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83ECF3E8-DBB3-47CB-ADE3-350C2422AFD5}"/>
              </a:ext>
            </a:extLst>
          </p:cNvPr>
          <p:cNvSpPr/>
          <p:nvPr/>
        </p:nvSpPr>
        <p:spPr>
          <a:xfrm>
            <a:off x="6234163" y="909638"/>
            <a:ext cx="5445000" cy="5399087"/>
          </a:xfrm>
          <a:prstGeom prst="roundRect">
            <a:avLst>
              <a:gd name="adj" fmla="val 490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0AEC9016-E98E-468C-8A1B-E9F24540C206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446563" y="1134000"/>
            <a:ext cx="5012990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8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Подзаголовок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8F439BCE-C84A-4DAE-B827-D68284AABF30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6442862" y="1857426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</a:pPr>
            <a:r>
              <a:rPr lang="ru-RU" dirty="0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1698264589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0_Пустой слайд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Заголовок 8">
            <a:extLst>
              <a:ext uri="{FF2B5EF4-FFF2-40B4-BE49-F238E27FC236}">
                <a16:creationId xmlns:a16="http://schemas.microsoft.com/office/drawing/2014/main" id="{FBE8F190-DEED-40D5-9B2D-E9AC76FFE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300" y="321674"/>
            <a:ext cx="10880796" cy="546468"/>
          </a:xfrm>
          <a:prstGeom prst="rect">
            <a:avLst/>
          </a:prstGeom>
        </p:spPr>
        <p:txBody>
          <a:bodyPr/>
          <a:lstStyle>
            <a:lvl1pPr algn="l">
              <a:defRPr sz="2800" spc="0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4BE78C9A-D01F-4B47-A8FA-A9907ABDA4E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CB319E90-E715-4885-8ECB-F9E82FD0E1D5}"/>
              </a:ext>
            </a:extLst>
          </p:cNvPr>
          <p:cNvSpPr/>
          <p:nvPr/>
        </p:nvSpPr>
        <p:spPr>
          <a:xfrm>
            <a:off x="6234163" y="909638"/>
            <a:ext cx="5445000" cy="5399087"/>
          </a:xfrm>
          <a:prstGeom prst="roundRect">
            <a:avLst>
              <a:gd name="adj" fmla="val 4906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AB986061-5F89-4366-B0B9-088D7A25EA4F}"/>
              </a:ext>
            </a:extLst>
          </p:cNvPr>
          <p:cNvSpPr/>
          <p:nvPr/>
        </p:nvSpPr>
        <p:spPr>
          <a:xfrm>
            <a:off x="516300" y="909638"/>
            <a:ext cx="5445000" cy="5399087"/>
          </a:xfrm>
          <a:prstGeom prst="roundRect">
            <a:avLst>
              <a:gd name="adj" fmla="val 490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E17D8BDE-6E19-4031-A12A-CC7D5280F424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731563" y="1134000"/>
            <a:ext cx="5012990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8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Подзаголовок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5EF565B8-F6D1-42A7-A584-DC2F15F76AC4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446563" y="1134000"/>
            <a:ext cx="5012990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800" b="1" kern="1200" baseline="0" dirty="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Подзаголовок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98328A3D-FAA4-4FEE-8C1B-4F7642A7DFF2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727862" y="1857426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A262C3C8-2745-4665-9A4E-015B16A09291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6442862" y="1857426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3548480714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3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E116BED4-0A0A-4F89-B262-29EAEA0047B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FA56A4C3-E07F-462F-9E4E-2521690BE96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2"/>
          <a:stretch/>
        </p:blipFill>
        <p:spPr>
          <a:xfrm flipH="1">
            <a:off x="0" y="-1"/>
            <a:ext cx="12192000" cy="6858001"/>
          </a:xfrm>
          <a:prstGeom prst="rect">
            <a:avLst/>
          </a:prstGeom>
        </p:spPr>
      </p:pic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1" name="Заголовок 8">
            <a:extLst>
              <a:ext uri="{FF2B5EF4-FFF2-40B4-BE49-F238E27FC236}">
                <a16:creationId xmlns:a16="http://schemas.microsoft.com/office/drawing/2014/main" id="{76604AC0-0271-4D1D-A92F-CBD4DAAC2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21674"/>
            <a:ext cx="5939700" cy="54646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2E3C0001-80F6-4C22-9FCD-4C3B58F0FB1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D6EDA20C-0C0C-41D1-8016-5BE99A428EE3}"/>
              </a:ext>
            </a:extLst>
          </p:cNvPr>
          <p:cNvSpPr/>
          <p:nvPr/>
        </p:nvSpPr>
        <p:spPr>
          <a:xfrm>
            <a:off x="515938" y="927842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38FB38E3-0381-4D07-8F56-14F12D7BDD2B}"/>
              </a:ext>
            </a:extLst>
          </p:cNvPr>
          <p:cNvSpPr/>
          <p:nvPr/>
        </p:nvSpPr>
        <p:spPr>
          <a:xfrm>
            <a:off x="515938" y="2775705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50391D1-CF42-4357-BDA0-72B4D3840CD0}"/>
              </a:ext>
            </a:extLst>
          </p:cNvPr>
          <p:cNvSpPr/>
          <p:nvPr/>
        </p:nvSpPr>
        <p:spPr>
          <a:xfrm>
            <a:off x="515938" y="4623567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5CA2994D-FB77-46B7-ADDC-EECFFD5575A0}"/>
              </a:ext>
            </a:extLst>
          </p:cNvPr>
          <p:cNvSpPr/>
          <p:nvPr/>
        </p:nvSpPr>
        <p:spPr>
          <a:xfrm>
            <a:off x="6231000" y="927842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07B3F3D2-79A6-41A4-A268-E07C53444F01}"/>
              </a:ext>
            </a:extLst>
          </p:cNvPr>
          <p:cNvSpPr/>
          <p:nvPr/>
        </p:nvSpPr>
        <p:spPr>
          <a:xfrm>
            <a:off x="6231000" y="2775705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E01F4CCC-22FD-4ADD-B657-AD69F8AD7488}"/>
              </a:ext>
            </a:extLst>
          </p:cNvPr>
          <p:cNvSpPr/>
          <p:nvPr/>
        </p:nvSpPr>
        <p:spPr>
          <a:xfrm>
            <a:off x="6231000" y="4623567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63482E1E-E9F7-4451-A17E-62526959A0B0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698434" y="1086227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138E07FA-BB64-4181-B00A-3AB61A0D052B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6434309" y="1086227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7DAD6B5B-88BE-4614-881D-80DBA1B5C964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698434" y="2953528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C63E5EE3-9DA6-46A2-8933-C06E81FC58E4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6434309" y="2953528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1E03101E-A310-449B-8C41-883BA62FAE3C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698434" y="4782328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2E9076CE-14EE-429C-A805-AEC1C3C9A508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6434309" y="4782328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3687445587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4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E116BED4-0A0A-4F89-B262-29EAEA0047B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FA56A4C3-E07F-462F-9E4E-2521690BE96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2"/>
          <a:stretch/>
        </p:blipFill>
        <p:spPr>
          <a:xfrm flipH="1">
            <a:off x="0" y="-1"/>
            <a:ext cx="12192000" cy="6858001"/>
          </a:xfrm>
          <a:prstGeom prst="rect">
            <a:avLst/>
          </a:prstGeom>
        </p:spPr>
      </p:pic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1" name="Заголовок 8">
            <a:extLst>
              <a:ext uri="{FF2B5EF4-FFF2-40B4-BE49-F238E27FC236}">
                <a16:creationId xmlns:a16="http://schemas.microsoft.com/office/drawing/2014/main" id="{76604AC0-0271-4D1D-A92F-CBD4DAAC2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21674"/>
            <a:ext cx="5939700" cy="54646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2E3C0001-80F6-4C22-9FCD-4C3B58F0FB1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D6EDA20C-0C0C-41D1-8016-5BE99A428EE3}"/>
              </a:ext>
            </a:extLst>
          </p:cNvPr>
          <p:cNvSpPr/>
          <p:nvPr/>
        </p:nvSpPr>
        <p:spPr>
          <a:xfrm>
            <a:off x="515938" y="927842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38FB38E3-0381-4D07-8F56-14F12D7BDD2B}"/>
              </a:ext>
            </a:extLst>
          </p:cNvPr>
          <p:cNvSpPr/>
          <p:nvPr/>
        </p:nvSpPr>
        <p:spPr>
          <a:xfrm>
            <a:off x="515938" y="2775705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50391D1-CF42-4357-BDA0-72B4D3840CD0}"/>
              </a:ext>
            </a:extLst>
          </p:cNvPr>
          <p:cNvSpPr/>
          <p:nvPr/>
        </p:nvSpPr>
        <p:spPr>
          <a:xfrm>
            <a:off x="515938" y="4623567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5CA2994D-FB77-46B7-ADDC-EECFFD5575A0}"/>
              </a:ext>
            </a:extLst>
          </p:cNvPr>
          <p:cNvSpPr/>
          <p:nvPr/>
        </p:nvSpPr>
        <p:spPr>
          <a:xfrm>
            <a:off x="6231000" y="927842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07B3F3D2-79A6-41A4-A268-E07C53444F01}"/>
              </a:ext>
            </a:extLst>
          </p:cNvPr>
          <p:cNvSpPr/>
          <p:nvPr/>
        </p:nvSpPr>
        <p:spPr>
          <a:xfrm>
            <a:off x="6231000" y="2775705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E01F4CCC-22FD-4ADD-B657-AD69F8AD7488}"/>
              </a:ext>
            </a:extLst>
          </p:cNvPr>
          <p:cNvSpPr/>
          <p:nvPr/>
        </p:nvSpPr>
        <p:spPr>
          <a:xfrm>
            <a:off x="6231000" y="4623567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63482E1E-E9F7-4451-A17E-62526959A0B0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698434" y="1086227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138E07FA-BB64-4181-B00A-3AB61A0D052B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6434309" y="1086227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7DAD6B5B-88BE-4614-881D-80DBA1B5C964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698434" y="2953528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C63E5EE3-9DA6-46A2-8933-C06E81FC58E4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6434309" y="2953528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1E03101E-A310-449B-8C41-883BA62FAE3C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698434" y="4782328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2E9076CE-14EE-429C-A805-AEC1C3C9A508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6434309" y="4782328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2399735857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8_Пустой слайд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1" name="Заголовок 8">
            <a:extLst>
              <a:ext uri="{FF2B5EF4-FFF2-40B4-BE49-F238E27FC236}">
                <a16:creationId xmlns:a16="http://schemas.microsoft.com/office/drawing/2014/main" id="{76604AC0-0271-4D1D-A92F-CBD4DAAC2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21674"/>
            <a:ext cx="5939700" cy="54646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D6EDA20C-0C0C-41D1-8016-5BE99A428EE3}"/>
              </a:ext>
            </a:extLst>
          </p:cNvPr>
          <p:cNvSpPr/>
          <p:nvPr/>
        </p:nvSpPr>
        <p:spPr>
          <a:xfrm>
            <a:off x="515938" y="927842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38FB38E3-0381-4D07-8F56-14F12D7BDD2B}"/>
              </a:ext>
            </a:extLst>
          </p:cNvPr>
          <p:cNvSpPr/>
          <p:nvPr/>
        </p:nvSpPr>
        <p:spPr>
          <a:xfrm>
            <a:off x="515938" y="2775705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50391D1-CF42-4357-BDA0-72B4D3840CD0}"/>
              </a:ext>
            </a:extLst>
          </p:cNvPr>
          <p:cNvSpPr/>
          <p:nvPr/>
        </p:nvSpPr>
        <p:spPr>
          <a:xfrm>
            <a:off x="515938" y="4623567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5CA2994D-FB77-46B7-ADDC-EECFFD5575A0}"/>
              </a:ext>
            </a:extLst>
          </p:cNvPr>
          <p:cNvSpPr/>
          <p:nvPr/>
        </p:nvSpPr>
        <p:spPr>
          <a:xfrm>
            <a:off x="6231000" y="927842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07B3F3D2-79A6-41A4-A268-E07C53444F01}"/>
              </a:ext>
            </a:extLst>
          </p:cNvPr>
          <p:cNvSpPr/>
          <p:nvPr/>
        </p:nvSpPr>
        <p:spPr>
          <a:xfrm>
            <a:off x="6231000" y="2775705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E01F4CCC-22FD-4ADD-B657-AD69F8AD7488}"/>
              </a:ext>
            </a:extLst>
          </p:cNvPr>
          <p:cNvSpPr/>
          <p:nvPr/>
        </p:nvSpPr>
        <p:spPr>
          <a:xfrm>
            <a:off x="6231000" y="4623567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63482E1E-E9F7-4451-A17E-62526959A0B0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698434" y="1086227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138E07FA-BB64-4181-B00A-3AB61A0D052B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6434309" y="1086227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7DAD6B5B-88BE-4614-881D-80DBA1B5C964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698434" y="2953528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C63E5EE3-9DA6-46A2-8933-C06E81FC58E4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6434309" y="2953528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1E03101E-A310-449B-8C41-883BA62FAE3C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698434" y="4782328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2E9076CE-14EE-429C-A805-AEC1C3C9A508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6434309" y="4782328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0F6076E8-B178-4CB4-9D19-4316FDBD777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0434873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1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35DE73C1-0CB4-42E4-B8DA-24D4DEDE294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84AE4384-683D-4066-A0AB-5BF6CF7D7ED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2"/>
          <a:stretch/>
        </p:blipFill>
        <p:spPr>
          <a:xfrm flipH="1">
            <a:off x="0" y="-1"/>
            <a:ext cx="12192000" cy="6858001"/>
          </a:xfrm>
          <a:prstGeom prst="rect">
            <a:avLst/>
          </a:prstGeom>
        </p:spPr>
      </p:pic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1" name="Заголовок 8">
            <a:extLst>
              <a:ext uri="{FF2B5EF4-FFF2-40B4-BE49-F238E27FC236}">
                <a16:creationId xmlns:a16="http://schemas.microsoft.com/office/drawing/2014/main" id="{76604AC0-0271-4D1D-A92F-CBD4DAAC2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21674"/>
            <a:ext cx="5939700" cy="54646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2E3C0001-80F6-4C22-9FCD-4C3B58F0FB1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D6EDA20C-0C0C-41D1-8016-5BE99A428EE3}"/>
              </a:ext>
            </a:extLst>
          </p:cNvPr>
          <p:cNvSpPr/>
          <p:nvPr/>
        </p:nvSpPr>
        <p:spPr>
          <a:xfrm>
            <a:off x="515937" y="927842"/>
            <a:ext cx="11160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38FB38E3-0381-4D07-8F56-14F12D7BDD2B}"/>
              </a:ext>
            </a:extLst>
          </p:cNvPr>
          <p:cNvSpPr/>
          <p:nvPr/>
        </p:nvSpPr>
        <p:spPr>
          <a:xfrm>
            <a:off x="515937" y="2775705"/>
            <a:ext cx="11160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50391D1-CF42-4357-BDA0-72B4D3840CD0}"/>
              </a:ext>
            </a:extLst>
          </p:cNvPr>
          <p:cNvSpPr/>
          <p:nvPr/>
        </p:nvSpPr>
        <p:spPr>
          <a:xfrm>
            <a:off x="515937" y="4623567"/>
            <a:ext cx="11160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63482E1E-E9F7-4451-A17E-62526959A0B0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1821000" y="1164772"/>
            <a:ext cx="9494700" cy="117203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7DAD6B5B-88BE-4614-881D-80DBA1B5C964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1821000" y="3032073"/>
            <a:ext cx="9494700" cy="117203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1E03101E-A310-449B-8C41-883BA62FAE3C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1821000" y="4860873"/>
            <a:ext cx="9494700" cy="117203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47891308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4_Пустой слайд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1" name="Заголовок 8">
            <a:extLst>
              <a:ext uri="{FF2B5EF4-FFF2-40B4-BE49-F238E27FC236}">
                <a16:creationId xmlns:a16="http://schemas.microsoft.com/office/drawing/2014/main" id="{76604AC0-0271-4D1D-A92F-CBD4DAAC2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21674"/>
            <a:ext cx="5939700" cy="54646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D6EDA20C-0C0C-41D1-8016-5BE99A428EE3}"/>
              </a:ext>
            </a:extLst>
          </p:cNvPr>
          <p:cNvSpPr/>
          <p:nvPr/>
        </p:nvSpPr>
        <p:spPr>
          <a:xfrm>
            <a:off x="515938" y="927842"/>
            <a:ext cx="11160124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38FB38E3-0381-4D07-8F56-14F12D7BDD2B}"/>
              </a:ext>
            </a:extLst>
          </p:cNvPr>
          <p:cNvSpPr/>
          <p:nvPr/>
        </p:nvSpPr>
        <p:spPr>
          <a:xfrm>
            <a:off x="515938" y="2775705"/>
            <a:ext cx="11160124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50391D1-CF42-4357-BDA0-72B4D3840CD0}"/>
              </a:ext>
            </a:extLst>
          </p:cNvPr>
          <p:cNvSpPr/>
          <p:nvPr/>
        </p:nvSpPr>
        <p:spPr>
          <a:xfrm>
            <a:off x="515938" y="4623567"/>
            <a:ext cx="11160124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63482E1E-E9F7-4451-A17E-62526959A0B0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1821000" y="1164772"/>
            <a:ext cx="9494700" cy="117203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7DAD6B5B-88BE-4614-881D-80DBA1B5C964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1821000" y="3032073"/>
            <a:ext cx="9494700" cy="117203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1E03101E-A310-449B-8C41-883BA62FAE3C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1821000" y="4860873"/>
            <a:ext cx="9494700" cy="117203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19CE4619-9D39-4589-BC81-DEFE5B784AE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8295466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3_Пустой слайд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1" name="Заголовок 8">
            <a:extLst>
              <a:ext uri="{FF2B5EF4-FFF2-40B4-BE49-F238E27FC236}">
                <a16:creationId xmlns:a16="http://schemas.microsoft.com/office/drawing/2014/main" id="{76604AC0-0271-4D1D-A92F-CBD4DAAC2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21674"/>
            <a:ext cx="5939700" cy="54646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D6EDA20C-0C0C-41D1-8016-5BE99A428EE3}"/>
              </a:ext>
            </a:extLst>
          </p:cNvPr>
          <p:cNvSpPr/>
          <p:nvPr/>
        </p:nvSpPr>
        <p:spPr>
          <a:xfrm>
            <a:off x="1191000" y="927842"/>
            <a:ext cx="10485062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38FB38E3-0381-4D07-8F56-14F12D7BDD2B}"/>
              </a:ext>
            </a:extLst>
          </p:cNvPr>
          <p:cNvSpPr/>
          <p:nvPr/>
        </p:nvSpPr>
        <p:spPr>
          <a:xfrm>
            <a:off x="1191000" y="2775705"/>
            <a:ext cx="10485062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50391D1-CF42-4357-BDA0-72B4D3840CD0}"/>
              </a:ext>
            </a:extLst>
          </p:cNvPr>
          <p:cNvSpPr/>
          <p:nvPr/>
        </p:nvSpPr>
        <p:spPr>
          <a:xfrm>
            <a:off x="1191000" y="4623567"/>
            <a:ext cx="10485062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63482E1E-E9F7-4451-A17E-62526959A0B0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1821000" y="1164772"/>
            <a:ext cx="9494700" cy="117203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7DAD6B5B-88BE-4614-881D-80DBA1B5C964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1821000" y="3032073"/>
            <a:ext cx="9494700" cy="117203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1E03101E-A310-449B-8C41-883BA62FAE3C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1821000" y="4860873"/>
            <a:ext cx="9494700" cy="117203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B3645FCD-4C84-48FA-8666-A1EB1C247DAE}"/>
              </a:ext>
            </a:extLst>
          </p:cNvPr>
          <p:cNvSpPr/>
          <p:nvPr/>
        </p:nvSpPr>
        <p:spPr>
          <a:xfrm>
            <a:off x="515938" y="1189816"/>
            <a:ext cx="1113130" cy="1113130"/>
          </a:xfrm>
          <a:prstGeom prst="roundRect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рямоугольник: скругленные углы 20">
            <a:extLst>
              <a:ext uri="{FF2B5EF4-FFF2-40B4-BE49-F238E27FC236}">
                <a16:creationId xmlns:a16="http://schemas.microsoft.com/office/drawing/2014/main" id="{D1B0C7A7-7217-45CB-B3CD-F999D05937BB}"/>
              </a:ext>
            </a:extLst>
          </p:cNvPr>
          <p:cNvSpPr/>
          <p:nvPr/>
        </p:nvSpPr>
        <p:spPr>
          <a:xfrm>
            <a:off x="515938" y="3076368"/>
            <a:ext cx="1113130" cy="1113130"/>
          </a:xfrm>
          <a:prstGeom prst="roundRect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Прямоугольник: скругленные углы 25">
            <a:extLst>
              <a:ext uri="{FF2B5EF4-FFF2-40B4-BE49-F238E27FC236}">
                <a16:creationId xmlns:a16="http://schemas.microsoft.com/office/drawing/2014/main" id="{FDF0C028-E673-4902-A028-59FA4B394A1B}"/>
              </a:ext>
            </a:extLst>
          </p:cNvPr>
          <p:cNvSpPr/>
          <p:nvPr/>
        </p:nvSpPr>
        <p:spPr>
          <a:xfrm>
            <a:off x="515938" y="4895543"/>
            <a:ext cx="1113130" cy="1113130"/>
          </a:xfrm>
          <a:prstGeom prst="roundRect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19CE4619-9D39-4589-BC81-DEFE5B784AE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7291864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Заголовок 8">
            <a:extLst>
              <a:ext uri="{FF2B5EF4-FFF2-40B4-BE49-F238E27FC236}">
                <a16:creationId xmlns:a16="http://schemas.microsoft.com/office/drawing/2014/main" id="{96C671C9-5D83-4D71-9FB1-EF0858C9E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4863"/>
            <a:ext cx="6513693" cy="1149549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798B29D0-DC4C-411C-8968-A3474FD2A9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EB8BEE24-0EF1-4988-925F-98335517ED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6D81A94E-50B4-4E00-AC27-F0162BFC4A8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A3718A33-83A7-4A65-84E3-F0DA3317EF48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427434" y="1001326"/>
            <a:ext cx="6208565" cy="114954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chemeClr val="tx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65D66C0F-BA70-49B4-A3BA-32EB53E26AC1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427434" y="1441655"/>
            <a:ext cx="6208566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3DCBF6C2-F792-40FD-847F-B45E7AC198B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8649454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25B94C5A-F5F8-4227-95AB-FB0973577DD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798B29D0-DC4C-411C-8968-A3474FD2A9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EB8BEE24-0EF1-4988-925F-98335517ED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92B32CE9-7CB2-418C-808B-949329BE40E3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425999" y="1001326"/>
            <a:ext cx="6208565" cy="114954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15236A3F-1565-4958-8BE8-267EA43F26E0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425999" y="1441655"/>
            <a:ext cx="6208566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6" name="Заголовок 8">
            <a:extLst>
              <a:ext uri="{FF2B5EF4-FFF2-40B4-BE49-F238E27FC236}">
                <a16:creationId xmlns:a16="http://schemas.microsoft.com/office/drawing/2014/main" id="{C99EB207-0E46-4901-BDBF-B3CB3FADA1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6554"/>
            <a:ext cx="6208565" cy="540015"/>
          </a:xfrm>
          <a:prstGeom prst="rect">
            <a:avLst/>
          </a:prstGeom>
        </p:spPr>
        <p:txBody>
          <a:bodyPr anchor="t"/>
          <a:lstStyle>
            <a:lvl1pPr algn="l">
              <a:defRPr lang="ru-RU" sz="2800" b="1" kern="1200" spc="0" baseline="0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53F207C2-B21A-41D8-BD21-10C49833036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7961815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798B29D0-DC4C-411C-8968-A3474FD2A9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EB8BEE24-0EF1-4988-925F-98335517ED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8" name="Заголовок 8">
            <a:extLst>
              <a:ext uri="{FF2B5EF4-FFF2-40B4-BE49-F238E27FC236}">
                <a16:creationId xmlns:a16="http://schemas.microsoft.com/office/drawing/2014/main" id="{37A3BEE4-8DD8-4EAA-A669-48E57B8AF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6554"/>
            <a:ext cx="6208565" cy="540015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4E93D347-210C-4946-873B-2D6313825CF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6212607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accent6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5ABA6DC-48A6-40A7-8469-827C33E9626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0982675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1_Титульный слайд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accent6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23C3EE5-8E0C-4874-8E6F-68D6FC5F2AE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6" name="Заголовок 8">
            <a:extLst>
              <a:ext uri="{FF2B5EF4-FFF2-40B4-BE49-F238E27FC236}">
                <a16:creationId xmlns:a16="http://schemas.microsoft.com/office/drawing/2014/main" id="{0C4B5952-5CA3-4841-8876-77F6CBF63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6554"/>
            <a:ext cx="6208565" cy="540015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7" name="Текст 10">
            <a:extLst>
              <a:ext uri="{FF2B5EF4-FFF2-40B4-BE49-F238E27FC236}">
                <a16:creationId xmlns:a16="http://schemas.microsoft.com/office/drawing/2014/main" id="{2721DAEE-C20E-4B7A-994C-DD03EDC2B71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0" y="876300"/>
            <a:ext cx="6208713" cy="585788"/>
          </a:xfrm>
          <a:prstGeom prst="rect">
            <a:avLst/>
          </a:prstGeom>
        </p:spPr>
        <p:txBody>
          <a:bodyPr/>
          <a:lstStyle>
            <a:lvl1pPr>
              <a:defRPr lang="ru-RU" sz="1600" b="1" kern="1200" dirty="0">
                <a:solidFill>
                  <a:schemeClr val="tx1"/>
                </a:solidFill>
                <a:latin typeface="+mn-lt"/>
                <a:ea typeface="Blogger Sans" pitchFamily="50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B1933D9A-CCD5-4857-BEEB-2318149A0194}"/>
              </a:ext>
            </a:extLst>
          </p:cNvPr>
          <p:cNvSpPr/>
          <p:nvPr/>
        </p:nvSpPr>
        <p:spPr>
          <a:xfrm>
            <a:off x="515938" y="1462088"/>
            <a:ext cx="11160125" cy="4846637"/>
          </a:xfrm>
          <a:prstGeom prst="roundRect">
            <a:avLst>
              <a:gd name="adj" fmla="val 4354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7552744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Титульный слайд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accent6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23C3EE5-8E0C-4874-8E6F-68D6FC5F2AE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6" name="Заголовок 8">
            <a:extLst>
              <a:ext uri="{FF2B5EF4-FFF2-40B4-BE49-F238E27FC236}">
                <a16:creationId xmlns:a16="http://schemas.microsoft.com/office/drawing/2014/main" id="{0C4B5952-5CA3-4841-8876-77F6CBF63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6554"/>
            <a:ext cx="6208565" cy="540015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7" name="Текст 10">
            <a:extLst>
              <a:ext uri="{FF2B5EF4-FFF2-40B4-BE49-F238E27FC236}">
                <a16:creationId xmlns:a16="http://schemas.microsoft.com/office/drawing/2014/main" id="{2721DAEE-C20E-4B7A-994C-DD03EDC2B71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0" y="876300"/>
            <a:ext cx="6208713" cy="585788"/>
          </a:xfrm>
          <a:prstGeom prst="rect">
            <a:avLst/>
          </a:prstGeom>
        </p:spPr>
        <p:txBody>
          <a:bodyPr/>
          <a:lstStyle>
            <a:lvl1pPr>
              <a:defRPr lang="ru-RU" sz="1600" b="1" kern="1200" dirty="0">
                <a:solidFill>
                  <a:schemeClr val="tx1"/>
                </a:solidFill>
                <a:latin typeface="+mn-lt"/>
                <a:ea typeface="Blogger Sans" pitchFamily="50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3822945282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7_Титульный слайд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: скругленные верхние углы 6">
            <a:extLst>
              <a:ext uri="{FF2B5EF4-FFF2-40B4-BE49-F238E27FC236}">
                <a16:creationId xmlns:a16="http://schemas.microsoft.com/office/drawing/2014/main" id="{A832A438-A8D9-49F8-AC92-E6347A4864AD}"/>
              </a:ext>
            </a:extLst>
          </p:cNvPr>
          <p:cNvSpPr/>
          <p:nvPr/>
        </p:nvSpPr>
        <p:spPr>
          <a:xfrm rot="16200000">
            <a:off x="6209687" y="865185"/>
            <a:ext cx="6858000" cy="5127628"/>
          </a:xfrm>
          <a:prstGeom prst="round2SameRect">
            <a:avLst>
              <a:gd name="adj1" fmla="val 12027"/>
              <a:gd name="adj2" fmla="val 0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B41EB484-7596-4B41-ACD9-B56E8154F03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86931" y="84753"/>
            <a:ext cx="4183638" cy="2129247"/>
          </a:xfrm>
          <a:prstGeom prst="rect">
            <a:avLst/>
          </a:prstGeom>
        </p:spPr>
      </p:pic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accent6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6" name="Заголовок 8">
            <a:extLst>
              <a:ext uri="{FF2B5EF4-FFF2-40B4-BE49-F238E27FC236}">
                <a16:creationId xmlns:a16="http://schemas.microsoft.com/office/drawing/2014/main" id="{0C4B5952-5CA3-4841-8876-77F6CBF63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6554"/>
            <a:ext cx="6208565" cy="540015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2164EEBE-2AC2-400A-B44B-70112300127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1" name="Текст 10">
            <a:extLst>
              <a:ext uri="{FF2B5EF4-FFF2-40B4-BE49-F238E27FC236}">
                <a16:creationId xmlns:a16="http://schemas.microsoft.com/office/drawing/2014/main" id="{6B68AC46-80B6-448A-B19B-DED3BD12546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0" y="876300"/>
            <a:ext cx="6208713" cy="585788"/>
          </a:xfrm>
          <a:prstGeom prst="rect">
            <a:avLst/>
          </a:prstGeom>
        </p:spPr>
        <p:txBody>
          <a:bodyPr/>
          <a:lstStyle>
            <a:lvl1pPr>
              <a:defRPr lang="ru-RU" sz="1600" b="1" kern="1200" dirty="0">
                <a:solidFill>
                  <a:schemeClr val="tx1"/>
                </a:solidFill>
                <a:latin typeface="+mn-lt"/>
                <a:ea typeface="Blogger Sans" pitchFamily="50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2075072360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8_Титульный слайд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: скругленные верхние углы 6">
            <a:extLst>
              <a:ext uri="{FF2B5EF4-FFF2-40B4-BE49-F238E27FC236}">
                <a16:creationId xmlns:a16="http://schemas.microsoft.com/office/drawing/2014/main" id="{A832A438-A8D9-49F8-AC92-E6347A4864AD}"/>
              </a:ext>
            </a:extLst>
          </p:cNvPr>
          <p:cNvSpPr/>
          <p:nvPr/>
        </p:nvSpPr>
        <p:spPr>
          <a:xfrm rot="16200000">
            <a:off x="6209687" y="865185"/>
            <a:ext cx="6858000" cy="5127628"/>
          </a:xfrm>
          <a:prstGeom prst="round2SameRect">
            <a:avLst>
              <a:gd name="adj1" fmla="val 12027"/>
              <a:gd name="adj2" fmla="val 0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accent6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6" name="Заголовок 8">
            <a:extLst>
              <a:ext uri="{FF2B5EF4-FFF2-40B4-BE49-F238E27FC236}">
                <a16:creationId xmlns:a16="http://schemas.microsoft.com/office/drawing/2014/main" id="{0C4B5952-5CA3-4841-8876-77F6CBF63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6554"/>
            <a:ext cx="6208565" cy="540015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2164EEBE-2AC2-400A-B44B-70112300127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2EB29CAB-BB63-4ABA-8FF4-B7482DED1E3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9127608" y="4530174"/>
            <a:ext cx="711453" cy="3948964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D3EDBAE6-B996-4DC6-88CF-F5349E262076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6710" y="-163229"/>
            <a:ext cx="2894633" cy="847442"/>
          </a:xfrm>
          <a:prstGeom prst="rect">
            <a:avLst/>
          </a:prstGeom>
        </p:spPr>
      </p:pic>
      <p:sp>
        <p:nvSpPr>
          <p:cNvPr id="12" name="Текст 10">
            <a:extLst>
              <a:ext uri="{FF2B5EF4-FFF2-40B4-BE49-F238E27FC236}">
                <a16:creationId xmlns:a16="http://schemas.microsoft.com/office/drawing/2014/main" id="{03C04067-6286-4177-AEA4-514A9A5D1F3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0" y="876300"/>
            <a:ext cx="6208713" cy="585788"/>
          </a:xfrm>
          <a:prstGeom prst="rect">
            <a:avLst/>
          </a:prstGeom>
        </p:spPr>
        <p:txBody>
          <a:bodyPr/>
          <a:lstStyle>
            <a:lvl1pPr>
              <a:defRPr lang="ru-RU" sz="1600" b="1" kern="1200" dirty="0">
                <a:solidFill>
                  <a:schemeClr val="tx1"/>
                </a:solidFill>
                <a:latin typeface="+mn-lt"/>
                <a:ea typeface="Blogger Sans" pitchFamily="50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3451635584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5_Титульный слайд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23C3EE5-8E0C-4874-8E6F-68D6FC5F2AE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6" name="Заголовок 8">
            <a:extLst>
              <a:ext uri="{FF2B5EF4-FFF2-40B4-BE49-F238E27FC236}">
                <a16:creationId xmlns:a16="http://schemas.microsoft.com/office/drawing/2014/main" id="{0C4B5952-5CA3-4841-8876-77F6CBF63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6554"/>
            <a:ext cx="6208565" cy="540015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7" name="Прямоугольник: скругленные верхние углы 6">
            <a:extLst>
              <a:ext uri="{FF2B5EF4-FFF2-40B4-BE49-F238E27FC236}">
                <a16:creationId xmlns:a16="http://schemas.microsoft.com/office/drawing/2014/main" id="{C13E0E24-2C8D-4AC4-B8A9-E9C1A8DE4258}"/>
              </a:ext>
            </a:extLst>
          </p:cNvPr>
          <p:cNvSpPr/>
          <p:nvPr/>
        </p:nvSpPr>
        <p:spPr>
          <a:xfrm>
            <a:off x="0" y="4419000"/>
            <a:ext cx="12192000" cy="2439000"/>
          </a:xfrm>
          <a:prstGeom prst="round2SameRect">
            <a:avLst>
              <a:gd name="adj1" fmla="val 27521"/>
              <a:gd name="adj2" fmla="val 0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B9329A7-0F7F-441B-B0A9-7218BC0D7F9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9037418" y="4694606"/>
            <a:ext cx="711453" cy="3948964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63FF80F-AB43-491F-AD5B-98FE31219080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1625" y="6049436"/>
            <a:ext cx="2894633" cy="847442"/>
          </a:xfrm>
          <a:prstGeom prst="rect">
            <a:avLst/>
          </a:prstGeom>
        </p:spPr>
      </p:pic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0" name="Текст 10">
            <a:extLst>
              <a:ext uri="{FF2B5EF4-FFF2-40B4-BE49-F238E27FC236}">
                <a16:creationId xmlns:a16="http://schemas.microsoft.com/office/drawing/2014/main" id="{A8E41E09-604A-457B-A5DC-7FA0162CAF3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0" y="876300"/>
            <a:ext cx="6208713" cy="585788"/>
          </a:xfrm>
          <a:prstGeom prst="rect">
            <a:avLst/>
          </a:prstGeom>
        </p:spPr>
        <p:txBody>
          <a:bodyPr/>
          <a:lstStyle>
            <a:lvl1pPr>
              <a:defRPr lang="ru-RU" sz="1600" b="1" kern="1200" dirty="0">
                <a:solidFill>
                  <a:schemeClr val="tx1"/>
                </a:solidFill>
                <a:latin typeface="+mn-lt"/>
                <a:ea typeface="Blogger Sans" pitchFamily="50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3104815347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6_Титульный слайд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23C3EE5-8E0C-4874-8E6F-68D6FC5F2AE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6" name="Заголовок 8">
            <a:extLst>
              <a:ext uri="{FF2B5EF4-FFF2-40B4-BE49-F238E27FC236}">
                <a16:creationId xmlns:a16="http://schemas.microsoft.com/office/drawing/2014/main" id="{0C4B5952-5CA3-4841-8876-77F6CBF63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6554"/>
            <a:ext cx="6208565" cy="540015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7" name="Прямоугольник: скругленные верхние углы 6">
            <a:extLst>
              <a:ext uri="{FF2B5EF4-FFF2-40B4-BE49-F238E27FC236}">
                <a16:creationId xmlns:a16="http://schemas.microsoft.com/office/drawing/2014/main" id="{C13E0E24-2C8D-4AC4-B8A9-E9C1A8DE4258}"/>
              </a:ext>
            </a:extLst>
          </p:cNvPr>
          <p:cNvSpPr/>
          <p:nvPr/>
        </p:nvSpPr>
        <p:spPr>
          <a:xfrm>
            <a:off x="0" y="3429000"/>
            <a:ext cx="12192000" cy="3429000"/>
          </a:xfrm>
          <a:prstGeom prst="round2SameRect">
            <a:avLst>
              <a:gd name="adj1" fmla="val 27521"/>
              <a:gd name="adj2" fmla="val 0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B9329A7-0F7F-441B-B0A9-7218BC0D7F9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8850792" y="4605546"/>
            <a:ext cx="711453" cy="3948964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63FF80F-AB43-491F-AD5B-98FE31219080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6000" y="5941390"/>
            <a:ext cx="2894633" cy="847442"/>
          </a:xfrm>
          <a:prstGeom prst="rect">
            <a:avLst/>
          </a:prstGeom>
        </p:spPr>
      </p:pic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0" name="Текст 10">
            <a:extLst>
              <a:ext uri="{FF2B5EF4-FFF2-40B4-BE49-F238E27FC236}">
                <a16:creationId xmlns:a16="http://schemas.microsoft.com/office/drawing/2014/main" id="{B16438A1-D656-4BBB-B582-BE03BB16442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0" y="876300"/>
            <a:ext cx="6208713" cy="585788"/>
          </a:xfrm>
          <a:prstGeom prst="rect">
            <a:avLst/>
          </a:prstGeom>
        </p:spPr>
        <p:txBody>
          <a:bodyPr/>
          <a:lstStyle>
            <a:lvl1pPr>
              <a:defRPr lang="ru-RU" sz="1600" b="1" kern="1200" dirty="0">
                <a:solidFill>
                  <a:schemeClr val="tx1"/>
                </a:solidFill>
                <a:latin typeface="+mn-lt"/>
                <a:ea typeface="Blogger Sans" pitchFamily="50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3612847954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2_Титульный слайд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23C3EE5-8E0C-4874-8E6F-68D6FC5F2AE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6" name="Заголовок 8">
            <a:extLst>
              <a:ext uri="{FF2B5EF4-FFF2-40B4-BE49-F238E27FC236}">
                <a16:creationId xmlns:a16="http://schemas.microsoft.com/office/drawing/2014/main" id="{0C4B5952-5CA3-4841-8876-77F6CBF63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6554"/>
            <a:ext cx="6208565" cy="540015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7" name="Прямоугольник: скругленные верхние углы 6">
            <a:extLst>
              <a:ext uri="{FF2B5EF4-FFF2-40B4-BE49-F238E27FC236}">
                <a16:creationId xmlns:a16="http://schemas.microsoft.com/office/drawing/2014/main" id="{C13E0E24-2C8D-4AC4-B8A9-E9C1A8DE4258}"/>
              </a:ext>
            </a:extLst>
          </p:cNvPr>
          <p:cNvSpPr/>
          <p:nvPr/>
        </p:nvSpPr>
        <p:spPr>
          <a:xfrm>
            <a:off x="0" y="3429000"/>
            <a:ext cx="12192000" cy="3429000"/>
          </a:xfrm>
          <a:prstGeom prst="round2SameRect">
            <a:avLst>
              <a:gd name="adj1" fmla="val 27521"/>
              <a:gd name="adj2" fmla="val 0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B9329A7-0F7F-441B-B0A9-7218BC0D7F9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8850792" y="4605546"/>
            <a:ext cx="711453" cy="3948964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63FF80F-AB43-491F-AD5B-98FE31219080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6000" y="5941390"/>
            <a:ext cx="2894633" cy="847442"/>
          </a:xfrm>
          <a:prstGeom prst="rect">
            <a:avLst/>
          </a:prstGeom>
        </p:spPr>
      </p:pic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0" name="Текст 10">
            <a:extLst>
              <a:ext uri="{FF2B5EF4-FFF2-40B4-BE49-F238E27FC236}">
                <a16:creationId xmlns:a16="http://schemas.microsoft.com/office/drawing/2014/main" id="{B16438A1-D656-4BBB-B582-BE03BB16442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0" y="876300"/>
            <a:ext cx="6208713" cy="585788"/>
          </a:xfrm>
          <a:prstGeom prst="rect">
            <a:avLst/>
          </a:prstGeom>
        </p:spPr>
        <p:txBody>
          <a:bodyPr/>
          <a:lstStyle>
            <a:lvl1pPr>
              <a:defRPr lang="ru-RU" sz="1600" b="1" kern="1200" dirty="0">
                <a:solidFill>
                  <a:schemeClr val="tx1"/>
                </a:solidFill>
                <a:latin typeface="+mn-lt"/>
                <a:ea typeface="Blogger Sans" pitchFamily="50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2146746519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5_Титульный слайд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23C3EE5-8E0C-4874-8E6F-68D6FC5F2AE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6" name="Заголовок 8">
            <a:extLst>
              <a:ext uri="{FF2B5EF4-FFF2-40B4-BE49-F238E27FC236}">
                <a16:creationId xmlns:a16="http://schemas.microsoft.com/office/drawing/2014/main" id="{0C4B5952-5CA3-4841-8876-77F6CBF63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6554"/>
            <a:ext cx="6208565" cy="540015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7" name="Прямоугольник: скругленные верхние углы 6">
            <a:extLst>
              <a:ext uri="{FF2B5EF4-FFF2-40B4-BE49-F238E27FC236}">
                <a16:creationId xmlns:a16="http://schemas.microsoft.com/office/drawing/2014/main" id="{C13E0E24-2C8D-4AC4-B8A9-E9C1A8DE4258}"/>
              </a:ext>
            </a:extLst>
          </p:cNvPr>
          <p:cNvSpPr/>
          <p:nvPr/>
        </p:nvSpPr>
        <p:spPr>
          <a:xfrm>
            <a:off x="0" y="4419000"/>
            <a:ext cx="12192000" cy="2439000"/>
          </a:xfrm>
          <a:prstGeom prst="round2SameRect">
            <a:avLst>
              <a:gd name="adj1" fmla="val 27521"/>
              <a:gd name="adj2" fmla="val 0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B9329A7-0F7F-441B-B0A9-7218BC0D7F9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9037418" y="4694606"/>
            <a:ext cx="711453" cy="3948964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63FF80F-AB43-491F-AD5B-98FE31219080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1625" y="6049436"/>
            <a:ext cx="2894633" cy="847442"/>
          </a:xfrm>
          <a:prstGeom prst="rect">
            <a:avLst/>
          </a:prstGeom>
        </p:spPr>
      </p:pic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0" name="Текст 10">
            <a:extLst>
              <a:ext uri="{FF2B5EF4-FFF2-40B4-BE49-F238E27FC236}">
                <a16:creationId xmlns:a16="http://schemas.microsoft.com/office/drawing/2014/main" id="{A8E41E09-604A-457B-A5DC-7FA0162CAF3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0" y="876300"/>
            <a:ext cx="6208713" cy="585788"/>
          </a:xfrm>
          <a:prstGeom prst="rect">
            <a:avLst/>
          </a:prstGeom>
        </p:spPr>
        <p:txBody>
          <a:bodyPr/>
          <a:lstStyle>
            <a:lvl1pPr>
              <a:defRPr lang="ru-RU" sz="1600" b="1" kern="1200" dirty="0">
                <a:solidFill>
                  <a:schemeClr val="tx1"/>
                </a:solidFill>
                <a:latin typeface="+mn-lt"/>
                <a:ea typeface="Blogger Sans" pitchFamily="50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6E511520-4ABC-4968-B7F5-0D483D4EC476}"/>
              </a:ext>
            </a:extLst>
          </p:cNvPr>
          <p:cNvSpPr/>
          <p:nvPr/>
        </p:nvSpPr>
        <p:spPr>
          <a:xfrm>
            <a:off x="515938" y="1268999"/>
            <a:ext cx="5445125" cy="5039725"/>
          </a:xfrm>
          <a:prstGeom prst="roundRect">
            <a:avLst>
              <a:gd name="adj" fmla="val 4537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B9AF5EEF-1820-46BA-8814-F83A8C5B8F68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809310" y="1462088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FA8E6DB0-5F26-4C22-B59A-251A2298382C}"/>
              </a:ext>
            </a:extLst>
          </p:cNvPr>
          <p:cNvSpPr/>
          <p:nvPr/>
        </p:nvSpPr>
        <p:spPr>
          <a:xfrm>
            <a:off x="6230937" y="1268999"/>
            <a:ext cx="5445125" cy="5039725"/>
          </a:xfrm>
          <a:prstGeom prst="roundRect">
            <a:avLst>
              <a:gd name="adj" fmla="val 4537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31E7A2CC-7836-4066-AB28-5ED2DF280047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524309" y="1462088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2154867602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7_Титульный слайд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23C3EE5-8E0C-4874-8E6F-68D6FC5F2AE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6" name="Заголовок 8">
            <a:extLst>
              <a:ext uri="{FF2B5EF4-FFF2-40B4-BE49-F238E27FC236}">
                <a16:creationId xmlns:a16="http://schemas.microsoft.com/office/drawing/2014/main" id="{0C4B5952-5CA3-4841-8876-77F6CBF63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6554"/>
            <a:ext cx="6208565" cy="540015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7" name="Прямоугольник: скругленные верхние углы 6">
            <a:extLst>
              <a:ext uri="{FF2B5EF4-FFF2-40B4-BE49-F238E27FC236}">
                <a16:creationId xmlns:a16="http://schemas.microsoft.com/office/drawing/2014/main" id="{C13E0E24-2C8D-4AC4-B8A9-E9C1A8DE4258}"/>
              </a:ext>
            </a:extLst>
          </p:cNvPr>
          <p:cNvSpPr/>
          <p:nvPr/>
        </p:nvSpPr>
        <p:spPr>
          <a:xfrm>
            <a:off x="0" y="4419000"/>
            <a:ext cx="12192000" cy="2439000"/>
          </a:xfrm>
          <a:prstGeom prst="round2SameRect">
            <a:avLst>
              <a:gd name="adj1" fmla="val 27521"/>
              <a:gd name="adj2" fmla="val 0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B9329A7-0F7F-441B-B0A9-7218BC0D7F9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9037418" y="4694606"/>
            <a:ext cx="711453" cy="3948964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63FF80F-AB43-491F-AD5B-98FE31219080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1625" y="6049436"/>
            <a:ext cx="2894633" cy="847442"/>
          </a:xfrm>
          <a:prstGeom prst="rect">
            <a:avLst/>
          </a:prstGeom>
        </p:spPr>
      </p:pic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0" name="Текст 10">
            <a:extLst>
              <a:ext uri="{FF2B5EF4-FFF2-40B4-BE49-F238E27FC236}">
                <a16:creationId xmlns:a16="http://schemas.microsoft.com/office/drawing/2014/main" id="{A8E41E09-604A-457B-A5DC-7FA0162CAF3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0" y="876300"/>
            <a:ext cx="6208713" cy="585788"/>
          </a:xfrm>
          <a:prstGeom prst="rect">
            <a:avLst/>
          </a:prstGeom>
        </p:spPr>
        <p:txBody>
          <a:bodyPr/>
          <a:lstStyle>
            <a:lvl1pPr>
              <a:defRPr lang="ru-RU" sz="1600" b="1" kern="1200" dirty="0">
                <a:solidFill>
                  <a:schemeClr val="tx1"/>
                </a:solidFill>
                <a:latin typeface="+mn-lt"/>
                <a:ea typeface="Blogger Sans" pitchFamily="50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6E511520-4ABC-4968-B7F5-0D483D4EC476}"/>
              </a:ext>
            </a:extLst>
          </p:cNvPr>
          <p:cNvSpPr/>
          <p:nvPr/>
        </p:nvSpPr>
        <p:spPr>
          <a:xfrm>
            <a:off x="515938" y="1268999"/>
            <a:ext cx="5445125" cy="5039725"/>
          </a:xfrm>
          <a:prstGeom prst="roundRect">
            <a:avLst>
              <a:gd name="adj" fmla="val 4537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B9AF5EEF-1820-46BA-8814-F83A8C5B8F68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809310" y="1462088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5" name="Рисунок 14">
            <a:extLst>
              <a:ext uri="{FF2B5EF4-FFF2-40B4-BE49-F238E27FC236}">
                <a16:creationId xmlns:a16="http://schemas.microsoft.com/office/drawing/2014/main" id="{6EA8A30F-D528-429C-BD4E-DC966A621AC8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230939" y="909638"/>
            <a:ext cx="5445124" cy="5399087"/>
          </a:xfrm>
          <a:prstGeom prst="roundRect">
            <a:avLst>
              <a:gd name="adj" fmla="val 4671"/>
            </a:avLst>
          </a:prstGeom>
          <a:solidFill>
            <a:schemeClr val="bg2">
              <a:lumMod val="20000"/>
              <a:lumOff val="80000"/>
            </a:schemeClr>
          </a:solidFill>
        </p:spPr>
        <p:txBody>
          <a:bodyPr/>
          <a:lstStyle/>
          <a:p>
            <a:r>
              <a:rPr lang="ru-RU"/>
              <a:t>Вставка рисунка</a:t>
            </a:r>
          </a:p>
        </p:txBody>
      </p:sp>
    </p:spTree>
    <p:extLst>
      <p:ext uri="{BB962C8B-B14F-4D97-AF65-F5344CB8AC3E}">
        <p14:creationId xmlns:p14="http://schemas.microsoft.com/office/powerpoint/2010/main" val="311745059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6_Титульный слайд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23C3EE5-8E0C-4874-8E6F-68D6FC5F2AE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6" name="Заголовок 8">
            <a:extLst>
              <a:ext uri="{FF2B5EF4-FFF2-40B4-BE49-F238E27FC236}">
                <a16:creationId xmlns:a16="http://schemas.microsoft.com/office/drawing/2014/main" id="{0C4B5952-5CA3-4841-8876-77F6CBF63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6554"/>
            <a:ext cx="6208565" cy="540015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7" name="Прямоугольник: скругленные верхние углы 6">
            <a:extLst>
              <a:ext uri="{FF2B5EF4-FFF2-40B4-BE49-F238E27FC236}">
                <a16:creationId xmlns:a16="http://schemas.microsoft.com/office/drawing/2014/main" id="{C13E0E24-2C8D-4AC4-B8A9-E9C1A8DE4258}"/>
              </a:ext>
            </a:extLst>
          </p:cNvPr>
          <p:cNvSpPr/>
          <p:nvPr/>
        </p:nvSpPr>
        <p:spPr>
          <a:xfrm>
            <a:off x="0" y="3429000"/>
            <a:ext cx="12192000" cy="3429000"/>
          </a:xfrm>
          <a:prstGeom prst="round2SameRect">
            <a:avLst>
              <a:gd name="adj1" fmla="val 27521"/>
              <a:gd name="adj2" fmla="val 0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B9329A7-0F7F-441B-B0A9-7218BC0D7F9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8850792" y="4605546"/>
            <a:ext cx="711453" cy="3948964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63FF80F-AB43-491F-AD5B-98FE31219080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6000" y="5941390"/>
            <a:ext cx="2894633" cy="847442"/>
          </a:xfrm>
          <a:prstGeom prst="rect">
            <a:avLst/>
          </a:prstGeom>
        </p:spPr>
      </p:pic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0" name="Текст 10">
            <a:extLst>
              <a:ext uri="{FF2B5EF4-FFF2-40B4-BE49-F238E27FC236}">
                <a16:creationId xmlns:a16="http://schemas.microsoft.com/office/drawing/2014/main" id="{B16438A1-D656-4BBB-B582-BE03BB16442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0" y="876300"/>
            <a:ext cx="6208713" cy="585788"/>
          </a:xfrm>
          <a:prstGeom prst="rect">
            <a:avLst/>
          </a:prstGeom>
        </p:spPr>
        <p:txBody>
          <a:bodyPr/>
          <a:lstStyle>
            <a:lvl1pPr>
              <a:defRPr lang="ru-RU" sz="1600" b="1" kern="1200" dirty="0">
                <a:solidFill>
                  <a:schemeClr val="tx1"/>
                </a:solidFill>
                <a:latin typeface="+mn-lt"/>
                <a:ea typeface="Blogger Sans" pitchFamily="50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462AC43B-659C-4881-8D67-D1943E609520}"/>
              </a:ext>
            </a:extLst>
          </p:cNvPr>
          <p:cNvSpPr/>
          <p:nvPr/>
        </p:nvSpPr>
        <p:spPr>
          <a:xfrm>
            <a:off x="6225622" y="1340642"/>
            <a:ext cx="5445125" cy="2409268"/>
          </a:xfrm>
          <a:prstGeom prst="roundRect">
            <a:avLst>
              <a:gd name="adj" fmla="val 9165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61E830F2-DE22-4F65-A7ED-D49ABED222AD}"/>
              </a:ext>
            </a:extLst>
          </p:cNvPr>
          <p:cNvSpPr/>
          <p:nvPr/>
        </p:nvSpPr>
        <p:spPr>
          <a:xfrm>
            <a:off x="515938" y="3857398"/>
            <a:ext cx="5445125" cy="2451378"/>
          </a:xfrm>
          <a:prstGeom prst="roundRect">
            <a:avLst>
              <a:gd name="adj" fmla="val 9165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AF87A05D-2039-4200-9BD9-50FDE5993F8F}"/>
              </a:ext>
            </a:extLst>
          </p:cNvPr>
          <p:cNvSpPr/>
          <p:nvPr/>
        </p:nvSpPr>
        <p:spPr>
          <a:xfrm>
            <a:off x="6225622" y="3860559"/>
            <a:ext cx="5445125" cy="2448166"/>
          </a:xfrm>
          <a:prstGeom prst="roundRect">
            <a:avLst>
              <a:gd name="adj" fmla="val 9165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D99B1CB3-C07F-4B26-8D26-33212AE9BD64}"/>
              </a:ext>
            </a:extLst>
          </p:cNvPr>
          <p:cNvSpPr/>
          <p:nvPr/>
        </p:nvSpPr>
        <p:spPr>
          <a:xfrm>
            <a:off x="515938" y="1340642"/>
            <a:ext cx="5445125" cy="2408398"/>
          </a:xfrm>
          <a:prstGeom prst="roundRect">
            <a:avLst>
              <a:gd name="adj" fmla="val 9165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D1B8136E-14E5-4486-9D22-7CD73ABA6FE4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786000" y="1462088"/>
            <a:ext cx="5016691" cy="2080831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7CDCD8A0-3895-4870-B455-E0CD6764ED90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786000" y="3989388"/>
            <a:ext cx="5016691" cy="2080831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A8DEF0BB-C24C-4467-832C-AFF1CEA8CE54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501000" y="1462088"/>
            <a:ext cx="5016691" cy="2080831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74014174-7CEF-458B-98D7-AA6CE888A356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6501000" y="3989388"/>
            <a:ext cx="5016691" cy="2080831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1896659989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accent6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976C6B7-392E-4A97-A8D8-DD5CF1443E9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133C2B-CC54-490B-BE18-FFA6D190CA26}"/>
              </a:ext>
            </a:extLst>
          </p:cNvPr>
          <p:cNvSpPr txBox="1">
            <a:spLocks/>
          </p:cNvSpPr>
          <p:nvPr/>
        </p:nvSpPr>
        <p:spPr>
          <a:xfrm>
            <a:off x="515938" y="6319923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defPPr>
              <a:defRPr lang="ru-RU"/>
            </a:defPPr>
            <a:lvl1pPr marL="0" algn="l" defTabSz="914400" rtl="0" eaLnBrk="1" latinLnBrk="0" hangingPunct="1">
              <a:defRPr sz="1000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© Neoflex, 2026. Все права защищены</a:t>
            </a:r>
          </a:p>
        </p:txBody>
      </p:sp>
    </p:spTree>
    <p:extLst>
      <p:ext uri="{BB962C8B-B14F-4D97-AF65-F5344CB8AC3E}">
        <p14:creationId xmlns:p14="http://schemas.microsoft.com/office/powerpoint/2010/main" val="3357456926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976C6B7-392E-4A97-A8D8-DD5CF1443E9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85F8B69-C2CA-40AD-99A2-E650EBF7053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5634397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2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976C6B7-392E-4A97-A8D8-DD5CF1443E9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DFAB190-DE7D-448C-A9DC-250AC568B6B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2"/>
          <a:stretch/>
        </p:blipFill>
        <p:spPr>
          <a:xfrm flipH="1">
            <a:off x="0" y="-1"/>
            <a:ext cx="12192000" cy="6858001"/>
          </a:xfrm>
          <a:prstGeom prst="rect">
            <a:avLst/>
          </a:prstGeom>
        </p:spPr>
      </p:pic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8B3F49D-7F64-4A3D-A503-217B2AE4784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7" name="Заголовок 8">
            <a:extLst>
              <a:ext uri="{FF2B5EF4-FFF2-40B4-BE49-F238E27FC236}">
                <a16:creationId xmlns:a16="http://schemas.microsoft.com/office/drawing/2014/main" id="{39DD95E3-9141-4F6A-96C3-95FDADFB36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6554"/>
            <a:ext cx="6208565" cy="540015"/>
          </a:xfrm>
          <a:prstGeom prst="rect">
            <a:avLst/>
          </a:prstGeom>
        </p:spPr>
        <p:txBody>
          <a:bodyPr anchor="t"/>
          <a:lstStyle>
            <a:lvl1pPr algn="l">
              <a:defRPr lang="ru-RU" sz="2800" b="1" kern="1200" spc="0" baseline="0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8" name="Текст 10">
            <a:extLst>
              <a:ext uri="{FF2B5EF4-FFF2-40B4-BE49-F238E27FC236}">
                <a16:creationId xmlns:a16="http://schemas.microsoft.com/office/drawing/2014/main" id="{3A68EEBA-8CF9-45E7-BDC5-C8DA0A84F3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0" y="876300"/>
            <a:ext cx="6208713" cy="585788"/>
          </a:xfrm>
          <a:prstGeom prst="rect">
            <a:avLst/>
          </a:prstGeom>
        </p:spPr>
        <p:txBody>
          <a:bodyPr/>
          <a:lstStyle>
            <a:lvl1pPr>
              <a:defRPr lang="ru-RU" sz="1600" b="1" kern="1200" dirty="0">
                <a:solidFill>
                  <a:schemeClr val="bg1"/>
                </a:solidFill>
                <a:latin typeface="+mn-lt"/>
                <a:ea typeface="Blogger Sans" pitchFamily="50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2705426679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976C6B7-392E-4A97-A8D8-DD5CF1443E9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DFAB190-DE7D-448C-A9DC-250AC568B6B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2"/>
          <a:stretch/>
        </p:blipFill>
        <p:spPr>
          <a:xfrm flipH="1">
            <a:off x="0" y="-1"/>
            <a:ext cx="12192000" cy="6858001"/>
          </a:xfrm>
          <a:prstGeom prst="rect">
            <a:avLst/>
          </a:prstGeom>
        </p:spPr>
      </p:pic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8B3F49D-7F64-4A3D-A503-217B2AE4784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8653175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: один скругленный угол 7">
            <a:extLst>
              <a:ext uri="{FF2B5EF4-FFF2-40B4-BE49-F238E27FC236}">
                <a16:creationId xmlns:a16="http://schemas.microsoft.com/office/drawing/2014/main" id="{12BB0EE7-FD04-44C4-833C-44B740F89A60}"/>
              </a:ext>
            </a:extLst>
          </p:cNvPr>
          <p:cNvSpPr/>
          <p:nvPr/>
        </p:nvSpPr>
        <p:spPr>
          <a:xfrm>
            <a:off x="0" y="0"/>
            <a:ext cx="4573261" cy="6868545"/>
          </a:xfrm>
          <a:prstGeom prst="round1Rect">
            <a:avLst>
              <a:gd name="adj" fmla="val 13895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33F4CE4B-B5AD-49E7-A87A-00011E6D382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01" t="369" r="6698"/>
          <a:stretch/>
        </p:blipFill>
        <p:spPr>
          <a:xfrm rot="5400000" flipH="1">
            <a:off x="-1142370" y="1142371"/>
            <a:ext cx="6858001" cy="4573261"/>
          </a:xfrm>
          <a:prstGeom prst="round1Rect">
            <a:avLst>
              <a:gd name="adj" fmla="val 13559"/>
            </a:avLst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8DF37CBE-D34D-4C7E-9776-8FCB4B1461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74200479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2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: один скругленный угол 7">
            <a:extLst>
              <a:ext uri="{FF2B5EF4-FFF2-40B4-BE49-F238E27FC236}">
                <a16:creationId xmlns:a16="http://schemas.microsoft.com/office/drawing/2014/main" id="{12BB0EE7-FD04-44C4-833C-44B740F89A60}"/>
              </a:ext>
            </a:extLst>
          </p:cNvPr>
          <p:cNvSpPr/>
          <p:nvPr/>
        </p:nvSpPr>
        <p:spPr>
          <a:xfrm>
            <a:off x="0" y="0"/>
            <a:ext cx="4573261" cy="6868545"/>
          </a:xfrm>
          <a:prstGeom prst="round1Rect">
            <a:avLst>
              <a:gd name="adj" fmla="val 13895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33F4CE4B-B5AD-49E7-A87A-00011E6D382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01" t="369" r="6698"/>
          <a:stretch/>
        </p:blipFill>
        <p:spPr>
          <a:xfrm rot="5400000" flipH="1">
            <a:off x="-1142370" y="1142371"/>
            <a:ext cx="6858001" cy="4573261"/>
          </a:xfrm>
          <a:prstGeom prst="round1Rect">
            <a:avLst>
              <a:gd name="adj" fmla="val 13559"/>
            </a:avLst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8DF37CBE-D34D-4C7E-9776-8FCB4B1461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F30FE7E-B31F-4CE8-ADDB-462464B3AB0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330825" y="1223962"/>
            <a:ext cx="6129338" cy="4410075"/>
          </a:xfrm>
          <a:prstGeom prst="rect">
            <a:avLst/>
          </a:prstGeom>
        </p:spPr>
        <p:txBody>
          <a:bodyPr/>
          <a:lstStyle>
            <a:lvl3pPr marL="0" indent="0">
              <a:buNone/>
              <a:defRPr>
                <a:solidFill>
                  <a:schemeClr val="tx1"/>
                </a:solidFill>
              </a:defRPr>
            </a:lvl3pPr>
          </a:lstStyle>
          <a:p>
            <a:pPr lvl="2"/>
            <a:r>
              <a:rPr lang="ru-RU" dirty="0"/>
              <a:t>Третий уровень</a:t>
            </a:r>
          </a:p>
        </p:txBody>
      </p:sp>
      <p:sp>
        <p:nvSpPr>
          <p:cNvPr id="9" name="Заголовок 5">
            <a:extLst>
              <a:ext uri="{FF2B5EF4-FFF2-40B4-BE49-F238E27FC236}">
                <a16:creationId xmlns:a16="http://schemas.microsoft.com/office/drawing/2014/main" id="{74B8621D-6615-4BA5-A1DE-6C2D9C191B90}"/>
              </a:ext>
            </a:extLst>
          </p:cNvPr>
          <p:cNvSpPr txBox="1">
            <a:spLocks/>
          </p:cNvSpPr>
          <p:nvPr/>
        </p:nvSpPr>
        <p:spPr>
          <a:xfrm>
            <a:off x="5336838" y="347699"/>
            <a:ext cx="4140062" cy="505301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sz="2800" kern="1200" baseline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r>
              <a:rPr lang="ru-RU" b="1" dirty="0">
                <a:solidFill>
                  <a:schemeClr val="tx2"/>
                </a:solidFill>
                <a:cs typeface="Segoe UI" panose="020B0502040204020203" pitchFamily="34" charset="0"/>
              </a:rPr>
              <a:t>Наши клиенты</a:t>
            </a:r>
            <a:endParaRPr lang="en-US" b="1" dirty="0">
              <a:solidFill>
                <a:schemeClr val="tx2"/>
              </a:solidFill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2610019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3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: один скругленный угол 7">
            <a:extLst>
              <a:ext uri="{FF2B5EF4-FFF2-40B4-BE49-F238E27FC236}">
                <a16:creationId xmlns:a16="http://schemas.microsoft.com/office/drawing/2014/main" id="{12BB0EE7-FD04-44C4-833C-44B740F89A60}"/>
              </a:ext>
            </a:extLst>
          </p:cNvPr>
          <p:cNvSpPr/>
          <p:nvPr/>
        </p:nvSpPr>
        <p:spPr>
          <a:xfrm>
            <a:off x="0" y="0"/>
            <a:ext cx="4573261" cy="6868545"/>
          </a:xfrm>
          <a:prstGeom prst="round1Rect">
            <a:avLst>
              <a:gd name="adj" fmla="val 13895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33F4CE4B-B5AD-49E7-A87A-00011E6D382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01" t="369" r="6698"/>
          <a:stretch/>
        </p:blipFill>
        <p:spPr>
          <a:xfrm rot="5400000" flipH="1">
            <a:off x="-1142370" y="1142371"/>
            <a:ext cx="6858001" cy="4573261"/>
          </a:xfrm>
          <a:prstGeom prst="round1Rect">
            <a:avLst>
              <a:gd name="adj" fmla="val 13559"/>
            </a:avLst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8DF37CBE-D34D-4C7E-9776-8FCB4B1461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Заголовок 5">
            <a:extLst>
              <a:ext uri="{FF2B5EF4-FFF2-40B4-BE49-F238E27FC236}">
                <a16:creationId xmlns:a16="http://schemas.microsoft.com/office/drawing/2014/main" id="{6EDFEBCD-DB58-4631-A4A1-88078753BD76}"/>
              </a:ext>
            </a:extLst>
          </p:cNvPr>
          <p:cNvSpPr txBox="1">
            <a:spLocks/>
          </p:cNvSpPr>
          <p:nvPr/>
        </p:nvSpPr>
        <p:spPr>
          <a:xfrm>
            <a:off x="420446" y="347699"/>
            <a:ext cx="4140062" cy="505301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sz="2800" kern="1200" baseline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r>
              <a:rPr lang="ru-RU" b="1" dirty="0">
                <a:cs typeface="Segoe UI" panose="020B0502040204020203" pitchFamily="34" charset="0"/>
              </a:rPr>
              <a:t>Наши клиенты</a:t>
            </a:r>
            <a:endParaRPr lang="en-US" b="1" dirty="0"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8697545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4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: один скругленный угол 7">
            <a:extLst>
              <a:ext uri="{FF2B5EF4-FFF2-40B4-BE49-F238E27FC236}">
                <a16:creationId xmlns:a16="http://schemas.microsoft.com/office/drawing/2014/main" id="{12BB0EE7-FD04-44C4-833C-44B740F89A60}"/>
              </a:ext>
            </a:extLst>
          </p:cNvPr>
          <p:cNvSpPr/>
          <p:nvPr/>
        </p:nvSpPr>
        <p:spPr>
          <a:xfrm>
            <a:off x="0" y="0"/>
            <a:ext cx="4573261" cy="6868545"/>
          </a:xfrm>
          <a:prstGeom prst="round1Rect">
            <a:avLst>
              <a:gd name="adj" fmla="val 13895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33F4CE4B-B5AD-49E7-A87A-00011E6D382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01" t="369" r="6698"/>
          <a:stretch/>
        </p:blipFill>
        <p:spPr>
          <a:xfrm rot="5400000" flipH="1">
            <a:off x="-1142370" y="1142371"/>
            <a:ext cx="6858001" cy="4573261"/>
          </a:xfrm>
          <a:prstGeom prst="round1Rect">
            <a:avLst>
              <a:gd name="adj" fmla="val 13559"/>
            </a:avLst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8DF37CBE-D34D-4C7E-9776-8FCB4B1461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12" name="Заголовок 8">
            <a:extLst>
              <a:ext uri="{FF2B5EF4-FFF2-40B4-BE49-F238E27FC236}">
                <a16:creationId xmlns:a16="http://schemas.microsoft.com/office/drawing/2014/main" id="{EEAD0EF2-C25E-4B31-9C2A-C4FC7A6ED6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347699"/>
            <a:ext cx="3785554" cy="1101301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baseline="0" dirty="0">
                <a:solidFill>
                  <a:schemeClr val="tx2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0E152A20-4D20-46AE-9A42-C4EF2298E16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358900"/>
            <a:ext cx="4573588" cy="4275138"/>
          </a:xfrm>
          <a:prstGeom prst="rect">
            <a:avLst/>
          </a:prstGeom>
        </p:spPr>
        <p:txBody>
          <a:bodyPr/>
          <a:lstStyle/>
          <a:p>
            <a:r>
              <a:rPr lang="ru-RU"/>
              <a:t>Вставка рисунка</a:t>
            </a:r>
          </a:p>
        </p:txBody>
      </p:sp>
    </p:spTree>
    <p:extLst>
      <p:ext uri="{BB962C8B-B14F-4D97-AF65-F5344CB8AC3E}">
        <p14:creationId xmlns:p14="http://schemas.microsoft.com/office/powerpoint/2010/main" val="556764263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4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: один скругленный угол 7">
            <a:extLst>
              <a:ext uri="{FF2B5EF4-FFF2-40B4-BE49-F238E27FC236}">
                <a16:creationId xmlns:a16="http://schemas.microsoft.com/office/drawing/2014/main" id="{12BB0EE7-FD04-44C4-833C-44B740F89A60}"/>
              </a:ext>
            </a:extLst>
          </p:cNvPr>
          <p:cNvSpPr/>
          <p:nvPr/>
        </p:nvSpPr>
        <p:spPr>
          <a:xfrm>
            <a:off x="0" y="0"/>
            <a:ext cx="4573261" cy="6868545"/>
          </a:xfrm>
          <a:prstGeom prst="round1Rect">
            <a:avLst>
              <a:gd name="adj" fmla="val 13895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33F4CE4B-B5AD-49E7-A87A-00011E6D382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01" t="369" r="6698"/>
          <a:stretch/>
        </p:blipFill>
        <p:spPr>
          <a:xfrm rot="5400000" flipH="1">
            <a:off x="-1142370" y="1142371"/>
            <a:ext cx="6858001" cy="4573261"/>
          </a:xfrm>
          <a:prstGeom prst="round1Rect">
            <a:avLst>
              <a:gd name="adj" fmla="val 13559"/>
            </a:avLst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8DF37CBE-D34D-4C7E-9776-8FCB4B1461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12" name="Заголовок 8">
            <a:extLst>
              <a:ext uri="{FF2B5EF4-FFF2-40B4-BE49-F238E27FC236}">
                <a16:creationId xmlns:a16="http://schemas.microsoft.com/office/drawing/2014/main" id="{EEAD0EF2-C25E-4B31-9C2A-C4FC7A6ED6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446" y="347699"/>
            <a:ext cx="3785554" cy="1101301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baseline="0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0E152A20-4D20-46AE-9A42-C4EF2298E16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358900"/>
            <a:ext cx="4573588" cy="4275138"/>
          </a:xfrm>
          <a:prstGeom prst="rect">
            <a:avLst/>
          </a:prstGeom>
        </p:spPr>
        <p:txBody>
          <a:bodyPr/>
          <a:lstStyle/>
          <a:p>
            <a:r>
              <a:rPr lang="ru-RU"/>
              <a:t>Вставка рисунка</a:t>
            </a:r>
          </a:p>
        </p:txBody>
      </p:sp>
    </p:spTree>
    <p:extLst>
      <p:ext uri="{BB962C8B-B14F-4D97-AF65-F5344CB8AC3E}">
        <p14:creationId xmlns:p14="http://schemas.microsoft.com/office/powerpoint/2010/main" val="2875841029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8"/>
          <p:cNvSpPr>
            <a:spLocks noGrp="1"/>
          </p:cNvSpPr>
          <p:nvPr>
            <p:ph type="title"/>
          </p:nvPr>
        </p:nvSpPr>
        <p:spPr>
          <a:xfrm>
            <a:off x="426000" y="294154"/>
            <a:ext cx="11160124" cy="628251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3200" b="1" kern="1200" spc="0" baseline="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9384CEE6-697C-4CD0-9E97-D0C16436E85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3" name="Рисунок 2">
            <a:extLst>
              <a:ext uri="{FF2B5EF4-FFF2-40B4-BE49-F238E27FC236}">
                <a16:creationId xmlns:a16="http://schemas.microsoft.com/office/drawing/2014/main" id="{604E979A-DBC9-4A40-868C-FC4341238AE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15938" y="909638"/>
            <a:ext cx="10799762" cy="5399087"/>
          </a:xfrm>
          <a:prstGeom prst="rect">
            <a:avLst/>
          </a:prstGeom>
        </p:spPr>
        <p:txBody>
          <a:bodyPr/>
          <a:lstStyle/>
          <a:p>
            <a:r>
              <a:rPr lang="ru-RU"/>
              <a:t>Вставка рисунка</a:t>
            </a:r>
          </a:p>
        </p:txBody>
      </p:sp>
    </p:spTree>
    <p:extLst>
      <p:ext uri="{BB962C8B-B14F-4D97-AF65-F5344CB8AC3E}">
        <p14:creationId xmlns:p14="http://schemas.microsoft.com/office/powerpoint/2010/main" val="17116560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1">
          <p15:clr>
            <a:srgbClr val="FBAE40"/>
          </p15:clr>
        </p15:guide>
      </p15:sldGuideLst>
    </p:ext>
  </p:extLs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accent6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976C6B7-392E-4A97-A8D8-DD5CF1443E9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DFAB190-DE7D-448C-A9DC-250AC568B6B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1" b="331"/>
          <a:stretch/>
        </p:blipFill>
        <p:spPr>
          <a:xfrm rot="10800000" flipH="1"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1F1AF18-3439-41AB-B7E4-199CC791B73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8422856" y="-1364673"/>
            <a:ext cx="711453" cy="3948964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04B3001D-E023-43F8-92BD-4D44E59F3E0A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5138" y="670997"/>
            <a:ext cx="2894633" cy="847442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84B97011-A365-4F00-A08C-25B3254CFCC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>
            <a:off x="6096000" y="4301236"/>
            <a:ext cx="5159434" cy="2007489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EFC67085-8200-4A4D-A555-EEBAADCBC60B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588E9111-B81C-4F01-A814-38814C185CE4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>
            <a:off x="477463" y="4267606"/>
            <a:ext cx="4718537" cy="2401482"/>
          </a:xfrm>
          <a:prstGeom prst="rect">
            <a:avLst/>
          </a:prstGeom>
        </p:spPr>
      </p:pic>
      <p:sp>
        <p:nvSpPr>
          <p:cNvPr id="11" name="Текст 2">
            <a:extLst>
              <a:ext uri="{FF2B5EF4-FFF2-40B4-BE49-F238E27FC236}">
                <a16:creationId xmlns:a16="http://schemas.microsoft.com/office/drawing/2014/main" id="{7B469323-F541-4C4B-ACE8-DB33C25923B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00370" y="2271828"/>
            <a:ext cx="4755630" cy="133898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600"/>
              </a:spcAft>
              <a:buFont typeface="Arial" panose="020B0604020202020204" pitchFamily="34" charset="0"/>
              <a:buNone/>
              <a:defRPr lang="ru-RU" sz="44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Контакты</a:t>
            </a: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52393ED1-DEA5-4F08-8BEB-7E781039F8D9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205" y="414000"/>
            <a:ext cx="2134360" cy="711453"/>
          </a:xfrm>
          <a:prstGeom prst="rect">
            <a:avLst/>
          </a:prstGeom>
        </p:spPr>
      </p:pic>
      <p:grpSp>
        <p:nvGrpSpPr>
          <p:cNvPr id="16" name="Группа 15">
            <a:extLst>
              <a:ext uri="{FF2B5EF4-FFF2-40B4-BE49-F238E27FC236}">
                <a16:creationId xmlns:a16="http://schemas.microsoft.com/office/drawing/2014/main" id="{9729AA9C-820E-4055-92DE-1A27073A4B22}"/>
              </a:ext>
            </a:extLst>
          </p:cNvPr>
          <p:cNvGrpSpPr/>
          <p:nvPr/>
        </p:nvGrpSpPr>
        <p:grpSpPr>
          <a:xfrm>
            <a:off x="6861175" y="2259188"/>
            <a:ext cx="4101508" cy="1681686"/>
            <a:chOff x="7114454" y="1739890"/>
            <a:chExt cx="4101508" cy="1681686"/>
          </a:xfrm>
        </p:grpSpPr>
        <p:sp>
          <p:nvSpPr>
            <p:cNvPr id="17" name="TextBox 22">
              <a:extLst>
                <a:ext uri="{FF2B5EF4-FFF2-40B4-BE49-F238E27FC236}">
                  <a16:creationId xmlns:a16="http://schemas.microsoft.com/office/drawing/2014/main" id="{70BB403B-33CF-4A61-A8FE-3C719926BD98}"/>
                </a:ext>
              </a:extLst>
            </p:cNvPr>
            <p:cNvSpPr txBox="1"/>
            <p:nvPr/>
          </p:nvSpPr>
          <p:spPr>
            <a:xfrm>
              <a:off x="7716000" y="2349901"/>
              <a:ext cx="349996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1800"/>
                </a:spcAft>
              </a:pPr>
              <a:r>
                <a:rPr lang="en-US" sz="2400" b="1" dirty="0">
                  <a:solidFill>
                    <a:schemeClr val="bg1"/>
                  </a:solidFill>
                  <a:ea typeface="Blogger Sans" pitchFamily="50" charset="0"/>
                </a:rPr>
                <a:t>info@neoflex.ru </a:t>
              </a:r>
              <a:endParaRPr lang="pt-BR" sz="2400" b="1" dirty="0">
                <a:solidFill>
                  <a:schemeClr val="bg1"/>
                </a:solidFill>
                <a:ea typeface="Blogger Sans" pitchFamily="50" charset="0"/>
              </a:endParaRPr>
            </a:p>
          </p:txBody>
        </p:sp>
        <p:grpSp>
          <p:nvGrpSpPr>
            <p:cNvPr id="18" name="Google Shape;6126;p50">
              <a:extLst>
                <a:ext uri="{FF2B5EF4-FFF2-40B4-BE49-F238E27FC236}">
                  <a16:creationId xmlns:a16="http://schemas.microsoft.com/office/drawing/2014/main" id="{9E41C2B5-9501-4C6E-880E-39C2FBD2A181}"/>
                </a:ext>
              </a:extLst>
            </p:cNvPr>
            <p:cNvGrpSpPr/>
            <p:nvPr/>
          </p:nvGrpSpPr>
          <p:grpSpPr>
            <a:xfrm>
              <a:off x="7114454" y="1786436"/>
              <a:ext cx="436493" cy="434191"/>
              <a:chOff x="-35853975" y="2631825"/>
              <a:chExt cx="293800" cy="292250"/>
            </a:xfrm>
            <a:solidFill>
              <a:schemeClr val="bg1"/>
            </a:solidFill>
          </p:grpSpPr>
          <p:sp>
            <p:nvSpPr>
              <p:cNvPr id="23" name="Google Shape;6127;p50">
                <a:extLst>
                  <a:ext uri="{FF2B5EF4-FFF2-40B4-BE49-F238E27FC236}">
                    <a16:creationId xmlns:a16="http://schemas.microsoft.com/office/drawing/2014/main" id="{D4596B65-E50F-483C-8EEF-CEF355737C14}"/>
                  </a:ext>
                </a:extLst>
              </p:cNvPr>
              <p:cNvSpPr/>
              <p:nvPr/>
            </p:nvSpPr>
            <p:spPr>
              <a:xfrm>
                <a:off x="-35813025" y="2701825"/>
                <a:ext cx="201675" cy="171925"/>
              </a:xfrm>
              <a:custGeom>
                <a:avLst/>
                <a:gdLst/>
                <a:ahLst/>
                <a:cxnLst/>
                <a:rect l="l" t="t" r="r" b="b"/>
                <a:pathLst>
                  <a:path w="8067" h="6877" extrusionOk="0">
                    <a:moveTo>
                      <a:pt x="1765" y="824"/>
                    </a:moveTo>
                    <a:lnTo>
                      <a:pt x="2868" y="1643"/>
                    </a:lnTo>
                    <a:lnTo>
                      <a:pt x="2238" y="2462"/>
                    </a:lnTo>
                    <a:cubicBezTo>
                      <a:pt x="2112" y="2620"/>
                      <a:pt x="2143" y="2840"/>
                      <a:pt x="2301" y="2935"/>
                    </a:cubicBezTo>
                    <a:lnTo>
                      <a:pt x="5042" y="4983"/>
                    </a:lnTo>
                    <a:cubicBezTo>
                      <a:pt x="5108" y="5035"/>
                      <a:pt x="5179" y="5060"/>
                      <a:pt x="5246" y="5060"/>
                    </a:cubicBezTo>
                    <a:cubicBezTo>
                      <a:pt x="5341" y="5060"/>
                      <a:pt x="5428" y="5011"/>
                      <a:pt x="5483" y="4920"/>
                    </a:cubicBezTo>
                    <a:lnTo>
                      <a:pt x="6113" y="4100"/>
                    </a:lnTo>
                    <a:lnTo>
                      <a:pt x="7247" y="4920"/>
                    </a:lnTo>
                    <a:lnTo>
                      <a:pt x="6554" y="5739"/>
                    </a:lnTo>
                    <a:cubicBezTo>
                      <a:pt x="6348" y="6001"/>
                      <a:pt x="6042" y="6152"/>
                      <a:pt x="5735" y="6152"/>
                    </a:cubicBezTo>
                    <a:cubicBezTo>
                      <a:pt x="5525" y="6152"/>
                      <a:pt x="5315" y="6081"/>
                      <a:pt x="5136" y="5928"/>
                    </a:cubicBezTo>
                    <a:lnTo>
                      <a:pt x="1324" y="3061"/>
                    </a:lnTo>
                    <a:cubicBezTo>
                      <a:pt x="883" y="2714"/>
                      <a:pt x="757" y="2084"/>
                      <a:pt x="1135" y="1643"/>
                    </a:cubicBezTo>
                    <a:lnTo>
                      <a:pt x="1765" y="824"/>
                    </a:lnTo>
                    <a:close/>
                    <a:moveTo>
                      <a:pt x="1647" y="1"/>
                    </a:moveTo>
                    <a:cubicBezTo>
                      <a:pt x="1540" y="1"/>
                      <a:pt x="1435" y="63"/>
                      <a:pt x="1356" y="162"/>
                    </a:cubicBezTo>
                    <a:lnTo>
                      <a:pt x="537" y="1265"/>
                    </a:lnTo>
                    <a:cubicBezTo>
                      <a:pt x="1" y="1990"/>
                      <a:pt x="95" y="3061"/>
                      <a:pt x="883" y="3659"/>
                    </a:cubicBezTo>
                    <a:lnTo>
                      <a:pt x="4727" y="6526"/>
                    </a:lnTo>
                    <a:cubicBezTo>
                      <a:pt x="5026" y="6760"/>
                      <a:pt x="5384" y="6876"/>
                      <a:pt x="5744" y="6876"/>
                    </a:cubicBezTo>
                    <a:cubicBezTo>
                      <a:pt x="6255" y="6876"/>
                      <a:pt x="6770" y="6642"/>
                      <a:pt x="7121" y="6180"/>
                    </a:cubicBezTo>
                    <a:lnTo>
                      <a:pt x="7940" y="5077"/>
                    </a:lnTo>
                    <a:cubicBezTo>
                      <a:pt x="8066" y="4888"/>
                      <a:pt x="8003" y="4668"/>
                      <a:pt x="7846" y="4573"/>
                    </a:cubicBezTo>
                    <a:lnTo>
                      <a:pt x="6207" y="3344"/>
                    </a:lnTo>
                    <a:cubicBezTo>
                      <a:pt x="6142" y="3292"/>
                      <a:pt x="6070" y="3267"/>
                      <a:pt x="6001" y="3267"/>
                    </a:cubicBezTo>
                    <a:cubicBezTo>
                      <a:pt x="5903" y="3267"/>
                      <a:pt x="5808" y="3316"/>
                      <a:pt x="5735" y="3407"/>
                    </a:cubicBezTo>
                    <a:lnTo>
                      <a:pt x="5105" y="4258"/>
                    </a:lnTo>
                    <a:lnTo>
                      <a:pt x="2931" y="2588"/>
                    </a:lnTo>
                    <a:lnTo>
                      <a:pt x="3561" y="1769"/>
                    </a:lnTo>
                    <a:cubicBezTo>
                      <a:pt x="3687" y="1612"/>
                      <a:pt x="3656" y="1423"/>
                      <a:pt x="3498" y="1297"/>
                    </a:cubicBezTo>
                    <a:lnTo>
                      <a:pt x="1828" y="68"/>
                    </a:lnTo>
                    <a:cubicBezTo>
                      <a:pt x="1770" y="22"/>
                      <a:pt x="1708" y="1"/>
                      <a:pt x="164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24" name="Google Shape;6128;p50">
                <a:extLst>
                  <a:ext uri="{FF2B5EF4-FFF2-40B4-BE49-F238E27FC236}">
                    <a16:creationId xmlns:a16="http://schemas.microsoft.com/office/drawing/2014/main" id="{6BA8D542-5CEC-4C25-810A-3D1F170EAFD7}"/>
                  </a:ext>
                </a:extLst>
              </p:cNvPr>
              <p:cNvSpPr/>
              <p:nvPr/>
            </p:nvSpPr>
            <p:spPr>
              <a:xfrm>
                <a:off x="-35853975" y="2631825"/>
                <a:ext cx="293800" cy="292250"/>
              </a:xfrm>
              <a:custGeom>
                <a:avLst/>
                <a:gdLst/>
                <a:ahLst/>
                <a:cxnLst/>
                <a:rect l="l" t="t" r="r" b="b"/>
                <a:pathLst>
                  <a:path w="11752" h="11690" extrusionOk="0">
                    <a:moveTo>
                      <a:pt x="5861" y="662"/>
                    </a:moveTo>
                    <a:cubicBezTo>
                      <a:pt x="8696" y="662"/>
                      <a:pt x="11027" y="2994"/>
                      <a:pt x="11027" y="5829"/>
                    </a:cubicBezTo>
                    <a:cubicBezTo>
                      <a:pt x="11027" y="6806"/>
                      <a:pt x="10744" y="7751"/>
                      <a:pt x="10240" y="8539"/>
                    </a:cubicBezTo>
                    <a:cubicBezTo>
                      <a:pt x="10177" y="8665"/>
                      <a:pt x="10114" y="8791"/>
                      <a:pt x="10177" y="8854"/>
                    </a:cubicBezTo>
                    <a:lnTo>
                      <a:pt x="10807" y="10776"/>
                    </a:lnTo>
                    <a:lnTo>
                      <a:pt x="8854" y="10145"/>
                    </a:lnTo>
                    <a:cubicBezTo>
                      <a:pt x="8837" y="10137"/>
                      <a:pt x="8815" y="10133"/>
                      <a:pt x="8792" y="10133"/>
                    </a:cubicBezTo>
                    <a:cubicBezTo>
                      <a:pt x="8728" y="10133"/>
                      <a:pt x="8648" y="10162"/>
                      <a:pt x="8602" y="10208"/>
                    </a:cubicBezTo>
                    <a:cubicBezTo>
                      <a:pt x="7751" y="10713"/>
                      <a:pt x="6806" y="10996"/>
                      <a:pt x="5861" y="10996"/>
                    </a:cubicBezTo>
                    <a:cubicBezTo>
                      <a:pt x="3025" y="10996"/>
                      <a:pt x="725" y="8665"/>
                      <a:pt x="725" y="5829"/>
                    </a:cubicBezTo>
                    <a:cubicBezTo>
                      <a:pt x="725" y="2994"/>
                      <a:pt x="3025" y="662"/>
                      <a:pt x="5861" y="662"/>
                    </a:cubicBezTo>
                    <a:close/>
                    <a:moveTo>
                      <a:pt x="5829" y="1"/>
                    </a:moveTo>
                    <a:cubicBezTo>
                      <a:pt x="2616" y="1"/>
                      <a:pt x="1" y="2647"/>
                      <a:pt x="1" y="5829"/>
                    </a:cubicBezTo>
                    <a:cubicBezTo>
                      <a:pt x="1" y="7373"/>
                      <a:pt x="599" y="8854"/>
                      <a:pt x="1733" y="9956"/>
                    </a:cubicBezTo>
                    <a:cubicBezTo>
                      <a:pt x="2836" y="11059"/>
                      <a:pt x="4285" y="11689"/>
                      <a:pt x="5861" y="11689"/>
                    </a:cubicBezTo>
                    <a:cubicBezTo>
                      <a:pt x="6900" y="11689"/>
                      <a:pt x="7908" y="11406"/>
                      <a:pt x="8822" y="10870"/>
                    </a:cubicBezTo>
                    <a:lnTo>
                      <a:pt x="11279" y="11658"/>
                    </a:lnTo>
                    <a:cubicBezTo>
                      <a:pt x="11303" y="11666"/>
                      <a:pt x="11331" y="11669"/>
                      <a:pt x="11360" y="11669"/>
                    </a:cubicBezTo>
                    <a:cubicBezTo>
                      <a:pt x="11449" y="11669"/>
                      <a:pt x="11555" y="11634"/>
                      <a:pt x="11626" y="11563"/>
                    </a:cubicBezTo>
                    <a:cubicBezTo>
                      <a:pt x="11689" y="11500"/>
                      <a:pt x="11752" y="11343"/>
                      <a:pt x="11689" y="11217"/>
                    </a:cubicBezTo>
                    <a:lnTo>
                      <a:pt x="10901" y="8791"/>
                    </a:lnTo>
                    <a:cubicBezTo>
                      <a:pt x="11469" y="7877"/>
                      <a:pt x="11752" y="6837"/>
                      <a:pt x="11752" y="5829"/>
                    </a:cubicBezTo>
                    <a:cubicBezTo>
                      <a:pt x="11689" y="2647"/>
                      <a:pt x="9074" y="1"/>
                      <a:pt x="5829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25" name="Google Shape;6129;p50">
                <a:extLst>
                  <a:ext uri="{FF2B5EF4-FFF2-40B4-BE49-F238E27FC236}">
                    <a16:creationId xmlns:a16="http://schemas.microsoft.com/office/drawing/2014/main" id="{094D9CB4-7A39-4B5F-8C9C-8918EDCEBFB0}"/>
                  </a:ext>
                </a:extLst>
              </p:cNvPr>
              <p:cNvSpPr/>
              <p:nvPr/>
            </p:nvSpPr>
            <p:spPr>
              <a:xfrm>
                <a:off x="-35715350" y="2735025"/>
                <a:ext cx="49650" cy="40675"/>
              </a:xfrm>
              <a:custGeom>
                <a:avLst/>
                <a:gdLst/>
                <a:ahLst/>
                <a:cxnLst/>
                <a:rect l="l" t="t" r="r" b="b"/>
                <a:pathLst>
                  <a:path w="1986" h="1627" extrusionOk="0">
                    <a:moveTo>
                      <a:pt x="410" y="0"/>
                    </a:moveTo>
                    <a:cubicBezTo>
                      <a:pt x="221" y="0"/>
                      <a:pt x="64" y="126"/>
                      <a:pt x="64" y="315"/>
                    </a:cubicBezTo>
                    <a:cubicBezTo>
                      <a:pt x="1" y="504"/>
                      <a:pt x="158" y="662"/>
                      <a:pt x="379" y="662"/>
                    </a:cubicBezTo>
                    <a:cubicBezTo>
                      <a:pt x="788" y="725"/>
                      <a:pt x="1166" y="977"/>
                      <a:pt x="1261" y="1386"/>
                    </a:cubicBezTo>
                    <a:cubicBezTo>
                      <a:pt x="1311" y="1536"/>
                      <a:pt x="1439" y="1626"/>
                      <a:pt x="1585" y="1626"/>
                    </a:cubicBezTo>
                    <a:cubicBezTo>
                      <a:pt x="1623" y="1626"/>
                      <a:pt x="1662" y="1620"/>
                      <a:pt x="1702" y="1607"/>
                    </a:cubicBezTo>
                    <a:cubicBezTo>
                      <a:pt x="1891" y="1575"/>
                      <a:pt x="1985" y="1386"/>
                      <a:pt x="1954" y="1197"/>
                    </a:cubicBezTo>
                    <a:cubicBezTo>
                      <a:pt x="1733" y="504"/>
                      <a:pt x="1103" y="32"/>
                      <a:pt x="410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26" name="Google Shape;6130;p50">
                <a:extLst>
                  <a:ext uri="{FF2B5EF4-FFF2-40B4-BE49-F238E27FC236}">
                    <a16:creationId xmlns:a16="http://schemas.microsoft.com/office/drawing/2014/main" id="{6A885F60-0097-4801-A6A0-57CACDFD3D41}"/>
                  </a:ext>
                </a:extLst>
              </p:cNvPr>
              <p:cNvSpPr/>
              <p:nvPr/>
            </p:nvSpPr>
            <p:spPr>
              <a:xfrm>
                <a:off x="-35705900" y="2667275"/>
                <a:ext cx="107925" cy="101750"/>
              </a:xfrm>
              <a:custGeom>
                <a:avLst/>
                <a:gdLst/>
                <a:ahLst/>
                <a:cxnLst/>
                <a:rect l="l" t="t" r="r" b="b"/>
                <a:pathLst>
                  <a:path w="4317" h="4070" extrusionOk="0">
                    <a:moveTo>
                      <a:pt x="347" y="1"/>
                    </a:moveTo>
                    <a:cubicBezTo>
                      <a:pt x="158" y="1"/>
                      <a:pt x="1" y="127"/>
                      <a:pt x="1" y="316"/>
                    </a:cubicBezTo>
                    <a:cubicBezTo>
                      <a:pt x="1" y="505"/>
                      <a:pt x="95" y="662"/>
                      <a:pt x="316" y="662"/>
                    </a:cubicBezTo>
                    <a:cubicBezTo>
                      <a:pt x="2048" y="820"/>
                      <a:pt x="3372" y="2111"/>
                      <a:pt x="3655" y="3781"/>
                    </a:cubicBezTo>
                    <a:cubicBezTo>
                      <a:pt x="3683" y="3951"/>
                      <a:pt x="3813" y="4070"/>
                      <a:pt x="3976" y="4070"/>
                    </a:cubicBezTo>
                    <a:cubicBezTo>
                      <a:pt x="3995" y="4070"/>
                      <a:pt x="4014" y="4068"/>
                      <a:pt x="4033" y="4065"/>
                    </a:cubicBezTo>
                    <a:cubicBezTo>
                      <a:pt x="4191" y="4065"/>
                      <a:pt x="4317" y="3844"/>
                      <a:pt x="4317" y="3687"/>
                    </a:cubicBezTo>
                    <a:cubicBezTo>
                      <a:pt x="4002" y="1733"/>
                      <a:pt x="2364" y="190"/>
                      <a:pt x="34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27" name="Google Shape;6131;p50">
                <a:extLst>
                  <a:ext uri="{FF2B5EF4-FFF2-40B4-BE49-F238E27FC236}">
                    <a16:creationId xmlns:a16="http://schemas.microsoft.com/office/drawing/2014/main" id="{9EF5F08C-8C75-439E-8D9F-72ED5212341E}"/>
                  </a:ext>
                </a:extLst>
              </p:cNvPr>
              <p:cNvSpPr/>
              <p:nvPr/>
            </p:nvSpPr>
            <p:spPr>
              <a:xfrm>
                <a:off x="-35709825" y="2700350"/>
                <a:ext cx="77200" cy="68700"/>
              </a:xfrm>
              <a:custGeom>
                <a:avLst/>
                <a:gdLst/>
                <a:ahLst/>
                <a:cxnLst/>
                <a:rect l="l" t="t" r="r" b="b"/>
                <a:pathLst>
                  <a:path w="3088" h="2748" extrusionOk="0">
                    <a:moveTo>
                      <a:pt x="347" y="1"/>
                    </a:moveTo>
                    <a:cubicBezTo>
                      <a:pt x="158" y="1"/>
                      <a:pt x="0" y="127"/>
                      <a:pt x="0" y="316"/>
                    </a:cubicBezTo>
                    <a:cubicBezTo>
                      <a:pt x="0" y="536"/>
                      <a:pt x="95" y="694"/>
                      <a:pt x="315" y="725"/>
                    </a:cubicBezTo>
                    <a:cubicBezTo>
                      <a:pt x="1323" y="788"/>
                      <a:pt x="2142" y="1545"/>
                      <a:pt x="2394" y="2490"/>
                    </a:cubicBezTo>
                    <a:cubicBezTo>
                      <a:pt x="2422" y="2655"/>
                      <a:pt x="2570" y="2748"/>
                      <a:pt x="2753" y="2748"/>
                    </a:cubicBezTo>
                    <a:cubicBezTo>
                      <a:pt x="2780" y="2748"/>
                      <a:pt x="2808" y="2746"/>
                      <a:pt x="2836" y="2742"/>
                    </a:cubicBezTo>
                    <a:cubicBezTo>
                      <a:pt x="3025" y="2679"/>
                      <a:pt x="3088" y="2490"/>
                      <a:pt x="3056" y="2301"/>
                    </a:cubicBezTo>
                    <a:cubicBezTo>
                      <a:pt x="2741" y="1072"/>
                      <a:pt x="1670" y="127"/>
                      <a:pt x="34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  <p:sp>
          <p:nvSpPr>
            <p:cNvPr id="19" name="Google Shape;7858;p54">
              <a:extLst>
                <a:ext uri="{FF2B5EF4-FFF2-40B4-BE49-F238E27FC236}">
                  <a16:creationId xmlns:a16="http://schemas.microsoft.com/office/drawing/2014/main" id="{8C7E32B9-52ED-4694-9937-7E02E79274C8}"/>
                </a:ext>
              </a:extLst>
            </p:cNvPr>
            <p:cNvSpPr/>
            <p:nvPr/>
          </p:nvSpPr>
          <p:spPr>
            <a:xfrm>
              <a:off x="7137689" y="2475141"/>
              <a:ext cx="396843" cy="278859"/>
            </a:xfrm>
            <a:custGeom>
              <a:avLst/>
              <a:gdLst/>
              <a:ahLst/>
              <a:cxnLst/>
              <a:rect l="l" t="t" r="r" b="b"/>
              <a:pathLst>
                <a:path w="11658" h="8192" extrusionOk="0">
                  <a:moveTo>
                    <a:pt x="10429" y="662"/>
                  </a:moveTo>
                  <a:cubicBezTo>
                    <a:pt x="10114" y="1008"/>
                    <a:pt x="6207" y="4915"/>
                    <a:pt x="6081" y="5072"/>
                  </a:cubicBezTo>
                  <a:cubicBezTo>
                    <a:pt x="6018" y="5135"/>
                    <a:pt x="5916" y="5167"/>
                    <a:pt x="5813" y="5167"/>
                  </a:cubicBezTo>
                  <a:cubicBezTo>
                    <a:pt x="5711" y="5167"/>
                    <a:pt x="5608" y="5135"/>
                    <a:pt x="5545" y="5072"/>
                  </a:cubicBezTo>
                  <a:lnTo>
                    <a:pt x="1135" y="662"/>
                  </a:lnTo>
                  <a:close/>
                  <a:moveTo>
                    <a:pt x="662" y="1134"/>
                  </a:moveTo>
                  <a:lnTo>
                    <a:pt x="3624" y="4096"/>
                  </a:lnTo>
                  <a:lnTo>
                    <a:pt x="662" y="7057"/>
                  </a:lnTo>
                  <a:lnTo>
                    <a:pt x="662" y="1134"/>
                  </a:lnTo>
                  <a:close/>
                  <a:moveTo>
                    <a:pt x="10996" y="1134"/>
                  </a:moveTo>
                  <a:lnTo>
                    <a:pt x="10996" y="7057"/>
                  </a:lnTo>
                  <a:lnTo>
                    <a:pt x="8034" y="4096"/>
                  </a:lnTo>
                  <a:lnTo>
                    <a:pt x="10996" y="1134"/>
                  </a:lnTo>
                  <a:close/>
                  <a:moveTo>
                    <a:pt x="7562" y="4568"/>
                  </a:moveTo>
                  <a:lnTo>
                    <a:pt x="10492" y="7530"/>
                  </a:lnTo>
                  <a:lnTo>
                    <a:pt x="1198" y="7530"/>
                  </a:lnTo>
                  <a:lnTo>
                    <a:pt x="4096" y="4568"/>
                  </a:lnTo>
                  <a:lnTo>
                    <a:pt x="5073" y="5545"/>
                  </a:lnTo>
                  <a:cubicBezTo>
                    <a:pt x="5278" y="5750"/>
                    <a:pt x="5553" y="5852"/>
                    <a:pt x="5829" y="5852"/>
                  </a:cubicBezTo>
                  <a:cubicBezTo>
                    <a:pt x="6105" y="5852"/>
                    <a:pt x="6380" y="5750"/>
                    <a:pt x="6585" y="5545"/>
                  </a:cubicBezTo>
                  <a:lnTo>
                    <a:pt x="7562" y="4568"/>
                  </a:lnTo>
                  <a:close/>
                  <a:moveTo>
                    <a:pt x="1009" y="0"/>
                  </a:moveTo>
                  <a:cubicBezTo>
                    <a:pt x="473" y="0"/>
                    <a:pt x="1" y="473"/>
                    <a:pt x="1" y="1008"/>
                  </a:cubicBezTo>
                  <a:lnTo>
                    <a:pt x="1" y="7152"/>
                  </a:lnTo>
                  <a:cubicBezTo>
                    <a:pt x="1" y="7719"/>
                    <a:pt x="473" y="8191"/>
                    <a:pt x="1009" y="8191"/>
                  </a:cubicBezTo>
                  <a:lnTo>
                    <a:pt x="10618" y="8191"/>
                  </a:lnTo>
                  <a:cubicBezTo>
                    <a:pt x="11185" y="8191"/>
                    <a:pt x="11657" y="7719"/>
                    <a:pt x="11657" y="7152"/>
                  </a:cubicBezTo>
                  <a:lnTo>
                    <a:pt x="11657" y="1008"/>
                  </a:lnTo>
                  <a:cubicBezTo>
                    <a:pt x="11657" y="441"/>
                    <a:pt x="11185" y="0"/>
                    <a:pt x="10618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" name="TextBox 22">
              <a:extLst>
                <a:ext uri="{FF2B5EF4-FFF2-40B4-BE49-F238E27FC236}">
                  <a16:creationId xmlns:a16="http://schemas.microsoft.com/office/drawing/2014/main" id="{5C12263A-B9EB-4F04-A642-B2A23505B7AE}"/>
                </a:ext>
              </a:extLst>
            </p:cNvPr>
            <p:cNvSpPr txBox="1"/>
            <p:nvPr/>
          </p:nvSpPr>
          <p:spPr>
            <a:xfrm>
              <a:off x="7716000" y="2959911"/>
              <a:ext cx="349996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1800"/>
                </a:spcAft>
              </a:pPr>
              <a:r>
                <a:rPr lang="pt-BR" sz="2400" b="1" dirty="0">
                  <a:solidFill>
                    <a:schemeClr val="bg1"/>
                  </a:solidFill>
                  <a:ea typeface="Blogger Sans" pitchFamily="50" charset="0"/>
                </a:rPr>
                <a:t>www.neoflex.ru</a:t>
              </a:r>
            </a:p>
          </p:txBody>
        </p:sp>
        <p:pic>
          <p:nvPicPr>
            <p:cNvPr id="21" name="Рисунок 20">
              <a:extLst>
                <a:ext uri="{FF2B5EF4-FFF2-40B4-BE49-F238E27FC236}">
                  <a16:creationId xmlns:a16="http://schemas.microsoft.com/office/drawing/2014/main" id="{69D30DAB-1C99-4723-9230-4E5423ABC19F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7115803" y="2973649"/>
              <a:ext cx="434191" cy="434191"/>
            </a:xfrm>
            <a:prstGeom prst="rect">
              <a:avLst/>
            </a:prstGeom>
          </p:spPr>
        </p:pic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3CDDFE2C-5F2C-42DE-9455-F6217757770F}"/>
                </a:ext>
              </a:extLst>
            </p:cNvPr>
            <p:cNvSpPr txBox="1"/>
            <p:nvPr/>
          </p:nvSpPr>
          <p:spPr>
            <a:xfrm>
              <a:off x="7716000" y="1739890"/>
              <a:ext cx="349996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indent="0" algn="l" defTabSz="1219170" rtl="0" eaLnBrk="1" fontAlgn="auto" latinLnBrk="0" hangingPunct="1">
                <a:spcBef>
                  <a:spcPts val="0"/>
                </a:spcBef>
                <a:spcAft>
                  <a:spcPts val="1800"/>
                </a:spcAft>
                <a:buClrTx/>
                <a:buSzTx/>
                <a:buFontTx/>
                <a:buNone/>
                <a:tabLst/>
                <a:defRPr/>
              </a:pPr>
              <a:r>
                <a:rPr lang="pt-BR" sz="2400" b="1" dirty="0">
                  <a:solidFill>
                    <a:schemeClr val="bg1"/>
                  </a:solidFill>
                  <a:ea typeface="Blogger Sans" pitchFamily="50" charset="0"/>
                </a:rPr>
                <a:t>+7 (495) 984-25-13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78513391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0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accent6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976C6B7-392E-4A97-A8D8-DD5CF1443E9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DFAB190-DE7D-448C-A9DC-250AC568B6B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1" b="331"/>
          <a:stretch/>
        </p:blipFill>
        <p:spPr>
          <a:xfrm rot="10800000" flipH="1"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1F1AF18-3439-41AB-B7E4-199CC791B73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8422856" y="-1364673"/>
            <a:ext cx="711453" cy="3948964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04B3001D-E023-43F8-92BD-4D44E59F3E0A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5138" y="670997"/>
            <a:ext cx="2894633" cy="847442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84B97011-A365-4F00-A08C-25B3254CFCC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>
            <a:off x="6096000" y="4301236"/>
            <a:ext cx="5159434" cy="2007489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EFC67085-8200-4A4D-A555-EEBAADCBC60B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588E9111-B81C-4F01-A814-38814C185CE4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>
            <a:off x="477463" y="4267606"/>
            <a:ext cx="4718537" cy="2401482"/>
          </a:xfrm>
          <a:prstGeom prst="rect">
            <a:avLst/>
          </a:prstGeom>
        </p:spPr>
      </p:pic>
      <p:sp>
        <p:nvSpPr>
          <p:cNvPr id="11" name="Текст 2">
            <a:extLst>
              <a:ext uri="{FF2B5EF4-FFF2-40B4-BE49-F238E27FC236}">
                <a16:creationId xmlns:a16="http://schemas.microsoft.com/office/drawing/2014/main" id="{7B469323-F541-4C4B-ACE8-DB33C25923B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00370" y="2027038"/>
            <a:ext cx="4755630" cy="133898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600"/>
              </a:spcAft>
              <a:buFont typeface="Arial" panose="020B0604020202020204" pitchFamily="34" charset="0"/>
              <a:buNone/>
              <a:defRPr lang="ru-RU" sz="44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Спасибо</a:t>
            </a:r>
            <a:br>
              <a:rPr lang="ru-RU" dirty="0"/>
            </a:br>
            <a:r>
              <a:rPr lang="ru-RU" dirty="0"/>
              <a:t>за внимание!</a:t>
            </a: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52393ED1-DEA5-4F08-8BEB-7E781039F8D9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205" y="414000"/>
            <a:ext cx="2134360" cy="711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1239325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DA24F066-F5F9-487F-8D55-1A2FF5767B2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370" y="2531106"/>
            <a:ext cx="7205794" cy="133525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4400" kern="700" spc="130" baseline="0" dirty="0">
                <a:solidFill>
                  <a:schemeClr val="bg2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НАЗВАНИЕ ПРЕЗЕНТАЦИИ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1CB0FE6E-7C4D-4656-B010-5204091B08A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55370" y="4059000"/>
            <a:ext cx="7205663" cy="91440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400" kern="1200" dirty="0" smtClean="0">
                <a:solidFill>
                  <a:schemeClr val="bg2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</a:lstStyle>
          <a:p>
            <a:pPr marL="0" indent="0">
              <a:spcBef>
                <a:spcPts val="0"/>
              </a:spcBef>
              <a:buNone/>
            </a:pPr>
            <a:r>
              <a:rPr lang="ru-RU" sz="2400" dirty="0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Подзаголовок с расширенным описанием темы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2400" dirty="0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И введением в курс презентации </a:t>
            </a:r>
            <a:endParaRPr lang="en-US" sz="2400" dirty="0">
              <a:solidFill>
                <a:schemeClr val="bg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3" name="Text Placeholder 2">
            <a:extLst>
              <a:ext uri="{FF2B5EF4-FFF2-40B4-BE49-F238E27FC236}">
                <a16:creationId xmlns:a16="http://schemas.microsoft.com/office/drawing/2014/main" id="{81350D7D-6A17-44DA-BDB4-81AA6F04263E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8241564" y="6174000"/>
            <a:ext cx="3170583" cy="71224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400" b="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34" name="Text Placeholder 2">
            <a:extLst>
              <a:ext uri="{FF2B5EF4-FFF2-40B4-BE49-F238E27FC236}">
                <a16:creationId xmlns:a16="http://schemas.microsoft.com/office/drawing/2014/main" id="{EE4E546E-C2D2-4CC2-8451-349E2F38457F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241564" y="5600714"/>
            <a:ext cx="3170583" cy="71224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800" b="1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ИМЯ СПИКЕРА</a:t>
            </a: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6E17987C-44A9-4D5E-A48B-A199B3F69D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26514639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6_Пустой слайд">
    <p:bg>
      <p:bgPr>
        <a:solidFill>
          <a:schemeClr val="bg2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Footer Placeholder 4">
            <a:extLst>
              <a:ext uri="{FF2B5EF4-FFF2-40B4-BE49-F238E27FC236}">
                <a16:creationId xmlns:a16="http://schemas.microsoft.com/office/drawing/2014/main" id="{8DED6886-44DA-4528-B424-89B2937CFC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544A27C3-CDBB-46F6-B5C1-04B402B759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3" name="Заголовок 8">
            <a:extLst>
              <a:ext uri="{FF2B5EF4-FFF2-40B4-BE49-F238E27FC236}">
                <a16:creationId xmlns:a16="http://schemas.microsoft.com/office/drawing/2014/main" id="{8830D820-1DFA-43BB-863C-32DCF5334B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1674"/>
            <a:ext cx="5939700" cy="546468"/>
          </a:xfrm>
          <a:prstGeom prst="rect">
            <a:avLst/>
          </a:prstGeom>
        </p:spPr>
        <p:txBody>
          <a:bodyPr/>
          <a:lstStyle>
            <a:lvl1pPr algn="ctr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019645231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Заголовок 8">
            <a:extLst>
              <a:ext uri="{FF2B5EF4-FFF2-40B4-BE49-F238E27FC236}">
                <a16:creationId xmlns:a16="http://schemas.microsoft.com/office/drawing/2014/main" id="{FBE8F190-DEED-40D5-9B2D-E9AC76FFE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4000"/>
            <a:ext cx="5939700" cy="540638"/>
          </a:xfrm>
          <a:prstGeom prst="rect">
            <a:avLst/>
          </a:prstGeom>
        </p:spPr>
        <p:txBody>
          <a:bodyPr/>
          <a:lstStyle>
            <a:lvl1pPr algn="ctr">
              <a:defRPr sz="2800" spc="130" baseline="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74184706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5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DA24F066-F5F9-487F-8D55-1A2FF5767B2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86000" y="2761746"/>
            <a:ext cx="5574727" cy="133525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3600" kern="700" spc="130" baseline="0" dirty="0">
                <a:solidFill>
                  <a:schemeClr val="bg2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КОНТАКТЫ</a:t>
            </a: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6E17987C-44A9-4D5E-A48B-A199B3F69D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84598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44.xml"/><Relationship Id="rId18" Type="http://schemas.openxmlformats.org/officeDocument/2006/relationships/slideLayout" Target="../slideLayouts/slideLayout49.xml"/><Relationship Id="rId26" Type="http://schemas.openxmlformats.org/officeDocument/2006/relationships/slideLayout" Target="../slideLayouts/slideLayout57.xml"/><Relationship Id="rId39" Type="http://schemas.openxmlformats.org/officeDocument/2006/relationships/slideLayout" Target="../slideLayouts/slideLayout70.xml"/><Relationship Id="rId21" Type="http://schemas.openxmlformats.org/officeDocument/2006/relationships/slideLayout" Target="../slideLayouts/slideLayout52.xml"/><Relationship Id="rId34" Type="http://schemas.openxmlformats.org/officeDocument/2006/relationships/slideLayout" Target="../slideLayouts/slideLayout65.xml"/><Relationship Id="rId42" Type="http://schemas.openxmlformats.org/officeDocument/2006/relationships/slideLayout" Target="../slideLayouts/slideLayout73.xml"/><Relationship Id="rId47" Type="http://schemas.openxmlformats.org/officeDocument/2006/relationships/slideLayout" Target="../slideLayouts/slideLayout78.xml"/><Relationship Id="rId50" Type="http://schemas.openxmlformats.org/officeDocument/2006/relationships/slideLayout" Target="../slideLayouts/slideLayout81.xml"/><Relationship Id="rId55" Type="http://schemas.openxmlformats.org/officeDocument/2006/relationships/slideLayout" Target="../slideLayouts/slideLayout86.xml"/><Relationship Id="rId7" Type="http://schemas.openxmlformats.org/officeDocument/2006/relationships/slideLayout" Target="../slideLayouts/slideLayout38.xml"/><Relationship Id="rId2" Type="http://schemas.openxmlformats.org/officeDocument/2006/relationships/slideLayout" Target="../slideLayouts/slideLayout33.xml"/><Relationship Id="rId16" Type="http://schemas.openxmlformats.org/officeDocument/2006/relationships/slideLayout" Target="../slideLayouts/slideLayout47.xml"/><Relationship Id="rId29" Type="http://schemas.openxmlformats.org/officeDocument/2006/relationships/slideLayout" Target="../slideLayouts/slideLayout60.xml"/><Relationship Id="rId11" Type="http://schemas.openxmlformats.org/officeDocument/2006/relationships/slideLayout" Target="../slideLayouts/slideLayout42.xml"/><Relationship Id="rId24" Type="http://schemas.openxmlformats.org/officeDocument/2006/relationships/slideLayout" Target="../slideLayouts/slideLayout55.xml"/><Relationship Id="rId32" Type="http://schemas.openxmlformats.org/officeDocument/2006/relationships/slideLayout" Target="../slideLayouts/slideLayout63.xml"/><Relationship Id="rId37" Type="http://schemas.openxmlformats.org/officeDocument/2006/relationships/slideLayout" Target="../slideLayouts/slideLayout68.xml"/><Relationship Id="rId40" Type="http://schemas.openxmlformats.org/officeDocument/2006/relationships/slideLayout" Target="../slideLayouts/slideLayout71.xml"/><Relationship Id="rId45" Type="http://schemas.openxmlformats.org/officeDocument/2006/relationships/slideLayout" Target="../slideLayouts/slideLayout76.xml"/><Relationship Id="rId53" Type="http://schemas.openxmlformats.org/officeDocument/2006/relationships/slideLayout" Target="../slideLayouts/slideLayout84.xml"/><Relationship Id="rId5" Type="http://schemas.openxmlformats.org/officeDocument/2006/relationships/slideLayout" Target="../slideLayouts/slideLayout36.xml"/><Relationship Id="rId19" Type="http://schemas.openxmlformats.org/officeDocument/2006/relationships/slideLayout" Target="../slideLayouts/slideLayout50.xml"/><Relationship Id="rId4" Type="http://schemas.openxmlformats.org/officeDocument/2006/relationships/slideLayout" Target="../slideLayouts/slideLayout35.xml"/><Relationship Id="rId9" Type="http://schemas.openxmlformats.org/officeDocument/2006/relationships/slideLayout" Target="../slideLayouts/slideLayout40.xml"/><Relationship Id="rId14" Type="http://schemas.openxmlformats.org/officeDocument/2006/relationships/slideLayout" Target="../slideLayouts/slideLayout45.xml"/><Relationship Id="rId22" Type="http://schemas.openxmlformats.org/officeDocument/2006/relationships/slideLayout" Target="../slideLayouts/slideLayout53.xml"/><Relationship Id="rId27" Type="http://schemas.openxmlformats.org/officeDocument/2006/relationships/slideLayout" Target="../slideLayouts/slideLayout58.xml"/><Relationship Id="rId30" Type="http://schemas.openxmlformats.org/officeDocument/2006/relationships/slideLayout" Target="../slideLayouts/slideLayout61.xml"/><Relationship Id="rId35" Type="http://schemas.openxmlformats.org/officeDocument/2006/relationships/slideLayout" Target="../slideLayouts/slideLayout66.xml"/><Relationship Id="rId43" Type="http://schemas.openxmlformats.org/officeDocument/2006/relationships/slideLayout" Target="../slideLayouts/slideLayout74.xml"/><Relationship Id="rId48" Type="http://schemas.openxmlformats.org/officeDocument/2006/relationships/slideLayout" Target="../slideLayouts/slideLayout79.xml"/><Relationship Id="rId56" Type="http://schemas.openxmlformats.org/officeDocument/2006/relationships/slideLayout" Target="../slideLayouts/slideLayout87.xml"/><Relationship Id="rId8" Type="http://schemas.openxmlformats.org/officeDocument/2006/relationships/slideLayout" Target="../slideLayouts/slideLayout39.xml"/><Relationship Id="rId51" Type="http://schemas.openxmlformats.org/officeDocument/2006/relationships/slideLayout" Target="../slideLayouts/slideLayout82.xml"/><Relationship Id="rId3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43.xml"/><Relationship Id="rId17" Type="http://schemas.openxmlformats.org/officeDocument/2006/relationships/slideLayout" Target="../slideLayouts/slideLayout48.xml"/><Relationship Id="rId25" Type="http://schemas.openxmlformats.org/officeDocument/2006/relationships/slideLayout" Target="../slideLayouts/slideLayout56.xml"/><Relationship Id="rId33" Type="http://schemas.openxmlformats.org/officeDocument/2006/relationships/slideLayout" Target="../slideLayouts/slideLayout64.xml"/><Relationship Id="rId38" Type="http://schemas.openxmlformats.org/officeDocument/2006/relationships/slideLayout" Target="../slideLayouts/slideLayout69.xml"/><Relationship Id="rId46" Type="http://schemas.openxmlformats.org/officeDocument/2006/relationships/slideLayout" Target="../slideLayouts/slideLayout77.xml"/><Relationship Id="rId20" Type="http://schemas.openxmlformats.org/officeDocument/2006/relationships/slideLayout" Target="../slideLayouts/slideLayout51.xml"/><Relationship Id="rId41" Type="http://schemas.openxmlformats.org/officeDocument/2006/relationships/slideLayout" Target="../slideLayouts/slideLayout72.xml"/><Relationship Id="rId54" Type="http://schemas.openxmlformats.org/officeDocument/2006/relationships/slideLayout" Target="../slideLayouts/slideLayout85.xml"/><Relationship Id="rId1" Type="http://schemas.openxmlformats.org/officeDocument/2006/relationships/slideLayout" Target="../slideLayouts/slideLayout32.xml"/><Relationship Id="rId6" Type="http://schemas.openxmlformats.org/officeDocument/2006/relationships/slideLayout" Target="../slideLayouts/slideLayout37.xml"/><Relationship Id="rId15" Type="http://schemas.openxmlformats.org/officeDocument/2006/relationships/slideLayout" Target="../slideLayouts/slideLayout46.xml"/><Relationship Id="rId23" Type="http://schemas.openxmlformats.org/officeDocument/2006/relationships/slideLayout" Target="../slideLayouts/slideLayout54.xml"/><Relationship Id="rId28" Type="http://schemas.openxmlformats.org/officeDocument/2006/relationships/slideLayout" Target="../slideLayouts/slideLayout59.xml"/><Relationship Id="rId36" Type="http://schemas.openxmlformats.org/officeDocument/2006/relationships/slideLayout" Target="../slideLayouts/slideLayout67.xml"/><Relationship Id="rId49" Type="http://schemas.openxmlformats.org/officeDocument/2006/relationships/slideLayout" Target="../slideLayouts/slideLayout80.xml"/><Relationship Id="rId57" Type="http://schemas.openxmlformats.org/officeDocument/2006/relationships/theme" Target="../theme/theme2.xml"/><Relationship Id="rId10" Type="http://schemas.openxmlformats.org/officeDocument/2006/relationships/slideLayout" Target="../slideLayouts/slideLayout41.xml"/><Relationship Id="rId31" Type="http://schemas.openxmlformats.org/officeDocument/2006/relationships/slideLayout" Target="../slideLayouts/slideLayout62.xml"/><Relationship Id="rId44" Type="http://schemas.openxmlformats.org/officeDocument/2006/relationships/slideLayout" Target="../slideLayouts/slideLayout75.xml"/><Relationship Id="rId52" Type="http://schemas.openxmlformats.org/officeDocument/2006/relationships/slideLayout" Target="../slideLayouts/slideLayout8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383154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</p:sldLayoutIdLst>
  <p:hf hdr="0" dt="0"/>
  <p:txStyles>
    <p:titleStyle>
      <a:lvl1pPr marL="0" indent="0" algn="l" defTabSz="914400" rtl="0" eaLnBrk="1" latinLnBrk="0" hangingPunct="1">
        <a:lnSpc>
          <a:spcPct val="89000"/>
        </a:lnSpc>
        <a:spcBef>
          <a:spcPts val="0"/>
        </a:spcBef>
        <a:buFont typeface="Arial" panose="020B0604020202020204" pitchFamily="34" charset="0"/>
        <a:buNone/>
        <a:defRPr sz="4800" kern="1200" baseline="0">
          <a:solidFill>
            <a:srgbClr val="FF0000"/>
          </a:solidFill>
          <a:latin typeface="Segoe UI Black" panose="020B0A02040204020203" pitchFamily="34" charset="0"/>
          <a:ea typeface="Segoe UI Black" panose="020B0A02040204020203" pitchFamily="34" charset="0"/>
          <a:cs typeface="+mj-cs"/>
        </a:defRPr>
      </a:lvl1pPr>
    </p:titleStyle>
    <p:bodyStyle>
      <a:lvl1pPr marL="0" indent="0" algn="l" defTabSz="914400" rtl="0" eaLnBrk="1" latinLnBrk="0" hangingPunct="1">
        <a:lnSpc>
          <a:spcPct val="94000"/>
        </a:lnSpc>
        <a:spcBef>
          <a:spcPts val="0"/>
        </a:spcBef>
        <a:spcAft>
          <a:spcPts val="200"/>
        </a:spcAft>
        <a:buFont typeface="Arial" panose="020B0604020202020204" pitchFamily="34" charset="0"/>
        <a:buNone/>
        <a:defRPr sz="2400" kern="1200" baseline="0">
          <a:solidFill>
            <a:schemeClr val="bg1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orient="horz" pos="3747">
          <p15:clr>
            <a:srgbClr val="F26B43"/>
          </p15:clr>
        </p15:guide>
        <p15:guide id="3" orient="horz" pos="3974">
          <p15:clr>
            <a:srgbClr val="F26B43"/>
          </p15:clr>
        </p15:guide>
        <p15:guide id="4" orient="horz" pos="346">
          <p15:clr>
            <a:srgbClr val="F26B43"/>
          </p15:clr>
        </p15:guide>
        <p15:guide id="5" orient="horz" pos="4201">
          <p15:clr>
            <a:srgbClr val="F26B43"/>
          </p15:clr>
        </p15:guide>
        <p15:guide id="6" pos="7355">
          <p15:clr>
            <a:srgbClr val="F26B43"/>
          </p15:clr>
        </p15:guide>
        <p15:guide id="7" pos="552">
          <p15:clr>
            <a:srgbClr val="F26B43"/>
          </p15:clr>
        </p15:guide>
        <p15:guide id="8" pos="325">
          <p15:clr>
            <a:srgbClr val="F26B43"/>
          </p15:clr>
        </p15:guide>
        <p15:guide id="9" pos="7128">
          <p15:clr>
            <a:srgbClr val="F26B43"/>
          </p15:clr>
        </p15:guide>
        <p15:guide id="10" pos="3840">
          <p15:clr>
            <a:srgbClr val="F26B43"/>
          </p15:clr>
        </p15:guide>
        <p15:guide id="11" orient="horz" pos="573">
          <p15:clr>
            <a:srgbClr val="F26B43"/>
          </p15:clr>
        </p15:guide>
        <p15:guide id="12" orient="horz" pos="43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450103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4" r:id="rId2"/>
    <p:sldLayoutId id="2147483695" r:id="rId3"/>
    <p:sldLayoutId id="2147483696" r:id="rId4"/>
    <p:sldLayoutId id="2147483697" r:id="rId5"/>
    <p:sldLayoutId id="2147483698" r:id="rId6"/>
    <p:sldLayoutId id="2147483699" r:id="rId7"/>
    <p:sldLayoutId id="2147483700" r:id="rId8"/>
    <p:sldLayoutId id="2147483701" r:id="rId9"/>
    <p:sldLayoutId id="2147483702" r:id="rId10"/>
    <p:sldLayoutId id="2147483703" r:id="rId11"/>
    <p:sldLayoutId id="2147483704" r:id="rId12"/>
    <p:sldLayoutId id="2147483705" r:id="rId13"/>
    <p:sldLayoutId id="2147483706" r:id="rId14"/>
    <p:sldLayoutId id="2147483707" r:id="rId15"/>
    <p:sldLayoutId id="2147483708" r:id="rId16"/>
    <p:sldLayoutId id="2147483709" r:id="rId17"/>
    <p:sldLayoutId id="2147483710" r:id="rId18"/>
    <p:sldLayoutId id="2147483711" r:id="rId19"/>
    <p:sldLayoutId id="2147483712" r:id="rId20"/>
    <p:sldLayoutId id="2147483713" r:id="rId21"/>
    <p:sldLayoutId id="2147483714" r:id="rId22"/>
    <p:sldLayoutId id="2147483715" r:id="rId23"/>
    <p:sldLayoutId id="2147483716" r:id="rId24"/>
    <p:sldLayoutId id="2147483717" r:id="rId25"/>
    <p:sldLayoutId id="2147483718" r:id="rId26"/>
    <p:sldLayoutId id="2147483719" r:id="rId27"/>
    <p:sldLayoutId id="2147483720" r:id="rId28"/>
    <p:sldLayoutId id="2147483721" r:id="rId29"/>
    <p:sldLayoutId id="2147483722" r:id="rId30"/>
    <p:sldLayoutId id="2147483723" r:id="rId31"/>
    <p:sldLayoutId id="2147483724" r:id="rId32"/>
    <p:sldLayoutId id="2147483725" r:id="rId33"/>
    <p:sldLayoutId id="2147483726" r:id="rId34"/>
    <p:sldLayoutId id="2147483727" r:id="rId35"/>
    <p:sldLayoutId id="2147483728" r:id="rId36"/>
    <p:sldLayoutId id="2147483748" r:id="rId37"/>
    <p:sldLayoutId id="2147483729" r:id="rId38"/>
    <p:sldLayoutId id="2147483730" r:id="rId39"/>
    <p:sldLayoutId id="2147483731" r:id="rId40"/>
    <p:sldLayoutId id="2147483732" r:id="rId41"/>
    <p:sldLayoutId id="2147483733" r:id="rId42"/>
    <p:sldLayoutId id="2147483734" r:id="rId43"/>
    <p:sldLayoutId id="2147483735" r:id="rId44"/>
    <p:sldLayoutId id="2147483736" r:id="rId45"/>
    <p:sldLayoutId id="2147483737" r:id="rId46"/>
    <p:sldLayoutId id="2147483738" r:id="rId47"/>
    <p:sldLayoutId id="2147483739" r:id="rId48"/>
    <p:sldLayoutId id="2147483740" r:id="rId49"/>
    <p:sldLayoutId id="2147483741" r:id="rId50"/>
    <p:sldLayoutId id="2147483742" r:id="rId51"/>
    <p:sldLayoutId id="2147483743" r:id="rId52"/>
    <p:sldLayoutId id="2147483744" r:id="rId53"/>
    <p:sldLayoutId id="2147483745" r:id="rId54"/>
    <p:sldLayoutId id="2147483746" r:id="rId55"/>
    <p:sldLayoutId id="2147483747" r:id="rId56"/>
  </p:sldLayoutIdLst>
  <p:hf hdr="0" dt="0"/>
  <p:txStyles>
    <p:titleStyle>
      <a:lvl1pPr marL="0" indent="0" algn="l" defTabSz="914400" rtl="0" eaLnBrk="1" latinLnBrk="0" hangingPunct="1">
        <a:lnSpc>
          <a:spcPct val="89000"/>
        </a:lnSpc>
        <a:spcBef>
          <a:spcPts val="0"/>
        </a:spcBef>
        <a:buFont typeface="Arial" panose="020B0604020202020204" pitchFamily="34" charset="0"/>
        <a:buNone/>
        <a:defRPr sz="4800" kern="1200" baseline="0">
          <a:solidFill>
            <a:srgbClr val="FF0000"/>
          </a:solidFill>
          <a:latin typeface="Segoe UI Black" panose="020B0A02040204020203" pitchFamily="34" charset="0"/>
          <a:ea typeface="Segoe UI Black" panose="020B0A02040204020203" pitchFamily="34" charset="0"/>
          <a:cs typeface="+mj-cs"/>
        </a:defRPr>
      </a:lvl1pPr>
    </p:titleStyle>
    <p:bodyStyle>
      <a:lvl1pPr marL="0" indent="0" algn="l" defTabSz="914400" rtl="0" eaLnBrk="1" latinLnBrk="0" hangingPunct="1">
        <a:lnSpc>
          <a:spcPct val="94000"/>
        </a:lnSpc>
        <a:spcBef>
          <a:spcPts val="0"/>
        </a:spcBef>
        <a:spcAft>
          <a:spcPts val="200"/>
        </a:spcAft>
        <a:buFont typeface="Arial" panose="020B0604020202020204" pitchFamily="34" charset="0"/>
        <a:buNone/>
        <a:defRPr sz="2400" kern="1200" baseline="0">
          <a:solidFill>
            <a:schemeClr val="bg1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orient="horz" pos="3747">
          <p15:clr>
            <a:srgbClr val="F26B43"/>
          </p15:clr>
        </p15:guide>
        <p15:guide id="3" orient="horz" pos="3974">
          <p15:clr>
            <a:srgbClr val="F26B43"/>
          </p15:clr>
        </p15:guide>
        <p15:guide id="4" orient="horz" pos="346">
          <p15:clr>
            <a:srgbClr val="F26B43"/>
          </p15:clr>
        </p15:guide>
        <p15:guide id="5" orient="horz" pos="4201">
          <p15:clr>
            <a:srgbClr val="F26B43"/>
          </p15:clr>
        </p15:guide>
        <p15:guide id="6" pos="7355">
          <p15:clr>
            <a:srgbClr val="F26B43"/>
          </p15:clr>
        </p15:guide>
        <p15:guide id="7" pos="552">
          <p15:clr>
            <a:srgbClr val="F26B43"/>
          </p15:clr>
        </p15:guide>
        <p15:guide id="8" pos="325">
          <p15:clr>
            <a:srgbClr val="F26B43"/>
          </p15:clr>
        </p15:guide>
        <p15:guide id="9" pos="7128">
          <p15:clr>
            <a:srgbClr val="F26B43"/>
          </p15:clr>
        </p15:guide>
        <p15:guide id="10" pos="3840">
          <p15:clr>
            <a:srgbClr val="F26B43"/>
          </p15:clr>
        </p15:guide>
        <p15:guide id="11" orient="horz" pos="573">
          <p15:clr>
            <a:srgbClr val="F26B43"/>
          </p15:clr>
        </p15:guide>
        <p15:guide id="12" orient="horz" pos="431">
          <p15:clr>
            <a:srgbClr val="F26B43"/>
          </p15:clr>
        </p15:guide>
        <p15:guide id="13" pos="3925">
          <p15:clr>
            <a:srgbClr val="F26B43"/>
          </p15:clr>
        </p15:guide>
        <p15:guide id="14" pos="3755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5.xml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22.sv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7" Type="http://schemas.openxmlformats.org/officeDocument/2006/relationships/image" Target="../media/image28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5.xml"/><Relationship Id="rId6" Type="http://schemas.openxmlformats.org/officeDocument/2006/relationships/image" Target="../media/image27.png"/><Relationship Id="rId5" Type="http://schemas.openxmlformats.org/officeDocument/2006/relationships/image" Target="../media/image24.svg"/><Relationship Id="rId4" Type="http://schemas.openxmlformats.org/officeDocument/2006/relationships/image" Target="../media/image2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6.xml"/><Relationship Id="rId5" Type="http://schemas.openxmlformats.org/officeDocument/2006/relationships/image" Target="../media/image32.svg"/><Relationship Id="rId4" Type="http://schemas.openxmlformats.org/officeDocument/2006/relationships/image" Target="../media/image31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7" Type="http://schemas.openxmlformats.org/officeDocument/2006/relationships/image" Target="../media/image28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5.xml"/><Relationship Id="rId6" Type="http://schemas.openxmlformats.org/officeDocument/2006/relationships/image" Target="../media/image27.png"/><Relationship Id="rId5" Type="http://schemas.openxmlformats.org/officeDocument/2006/relationships/image" Target="../media/image24.svg"/><Relationship Id="rId4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5.xml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22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5.xml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22.sv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7" Type="http://schemas.openxmlformats.org/officeDocument/2006/relationships/image" Target="../media/image28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5.xml"/><Relationship Id="rId6" Type="http://schemas.openxmlformats.org/officeDocument/2006/relationships/image" Target="../media/image27.png"/><Relationship Id="rId5" Type="http://schemas.openxmlformats.org/officeDocument/2006/relationships/image" Target="../media/image24.svg"/><Relationship Id="rId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34.svg"/><Relationship Id="rId7" Type="http://schemas.openxmlformats.org/officeDocument/2006/relationships/image" Target="../media/image38.sv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66.xml"/><Relationship Id="rId6" Type="http://schemas.openxmlformats.org/officeDocument/2006/relationships/image" Target="../media/image37.png"/><Relationship Id="rId11" Type="http://schemas.openxmlformats.org/officeDocument/2006/relationships/image" Target="../media/image32.svg"/><Relationship Id="rId5" Type="http://schemas.openxmlformats.org/officeDocument/2006/relationships/image" Target="../media/image36.svg"/><Relationship Id="rId10" Type="http://schemas.openxmlformats.org/officeDocument/2006/relationships/image" Target="../media/image31.png"/><Relationship Id="rId4" Type="http://schemas.openxmlformats.org/officeDocument/2006/relationships/image" Target="../media/image35.png"/><Relationship Id="rId9" Type="http://schemas.openxmlformats.org/officeDocument/2006/relationships/image" Target="../media/image30.sv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6.xml"/><Relationship Id="rId5" Type="http://schemas.openxmlformats.org/officeDocument/2006/relationships/image" Target="../media/image32.svg"/><Relationship Id="rId4" Type="http://schemas.openxmlformats.org/officeDocument/2006/relationships/image" Target="../media/image3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6.xml"/><Relationship Id="rId5" Type="http://schemas.openxmlformats.org/officeDocument/2006/relationships/image" Target="../media/image32.svg"/><Relationship Id="rId4" Type="http://schemas.openxmlformats.org/officeDocument/2006/relationships/image" Target="../media/image31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7" Type="http://schemas.openxmlformats.org/officeDocument/2006/relationships/image" Target="../media/image28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5.xml"/><Relationship Id="rId6" Type="http://schemas.openxmlformats.org/officeDocument/2006/relationships/image" Target="../media/image27.png"/><Relationship Id="rId5" Type="http://schemas.openxmlformats.org/officeDocument/2006/relationships/image" Target="../media/image24.svg"/><Relationship Id="rId4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6.xml"/><Relationship Id="rId5" Type="http://schemas.openxmlformats.org/officeDocument/2006/relationships/image" Target="../media/image32.svg"/><Relationship Id="rId4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ижний колонтитул 1">
            <a:extLst>
              <a:ext uri="{FF2B5EF4-FFF2-40B4-BE49-F238E27FC236}">
                <a16:creationId xmlns:a16="http://schemas.microsoft.com/office/drawing/2014/main" id="{65F73BCB-D241-4760-A765-2A82876FFA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16, 2026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8A8E2C4-18F6-41BF-838A-464A5E49E174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780585" y="2401617"/>
            <a:ext cx="10129838" cy="2322513"/>
          </a:xfrm>
          <a:prstGeom prst="rect">
            <a:avLst/>
          </a:prstGeom>
        </p:spPr>
        <p:txBody>
          <a:bodyPr/>
          <a:lstStyle/>
          <a:p>
            <a:pPr>
              <a:spcAft>
                <a:spcPts val="1200"/>
              </a:spcAft>
            </a:pPr>
            <a:r>
              <a:rPr lang="ru-RU" sz="3600" dirty="0">
                <a:solidFill>
                  <a:schemeClr val="bg1"/>
                </a:solidFill>
                <a:latin typeface="+mj-lt"/>
              </a:rPr>
              <a:t>КУРС ПО FLUTTER · ЛЕКЦИЯ 16</a:t>
            </a:r>
          </a:p>
          <a:p>
            <a:r>
              <a:rPr lang="ru-RU" sz="2400" b="1" spc="0" dirty="0">
                <a:solidFill>
                  <a:schemeClr val="bg1"/>
                </a:solidFill>
                <a:latin typeface="+mn-lt"/>
              </a:rPr>
              <a:t>Dependency</a:t>
            </a:r>
          </a:p>
          <a:p>
            <a:r>
              <a:rPr lang="ru-RU" sz="2400" b="1" spc="0" dirty="0">
                <a:solidFill>
                  <a:schemeClr val="bg1"/>
                </a:solidFill>
                <a:latin typeface="+mn-lt"/>
              </a:rPr>
              <a:t>Injection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85FC7F53-20F6-4EF8-89B0-CD4756350946}"/>
              </a:ext>
            </a:extLst>
          </p:cNvPr>
          <p:cNvSpPr/>
          <p:nvPr/>
        </p:nvSpPr>
        <p:spPr>
          <a:xfrm>
            <a:off x="505198" y="1104281"/>
            <a:ext cx="3735133" cy="4987924"/>
          </a:xfrm>
          <a:prstGeom prst="roundRect">
            <a:avLst>
              <a:gd name="adj" fmla="val 5869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97BFEA4-E774-40FE-930F-F8CF780902BE}"/>
              </a:ext>
            </a:extLst>
          </p:cNvPr>
          <p:cNvSpPr/>
          <p:nvPr/>
        </p:nvSpPr>
        <p:spPr>
          <a:xfrm>
            <a:off x="4347954" y="1104281"/>
            <a:ext cx="3650125" cy="4987924"/>
          </a:xfrm>
          <a:prstGeom prst="roundRect">
            <a:avLst>
              <a:gd name="adj" fmla="val 6584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DB4B7C54-05E2-49B4-A81D-1A42658BC3A1}"/>
              </a:ext>
            </a:extLst>
          </p:cNvPr>
          <p:cNvSpPr/>
          <p:nvPr/>
        </p:nvSpPr>
        <p:spPr>
          <a:xfrm>
            <a:off x="8105703" y="1104281"/>
            <a:ext cx="3650125" cy="4987924"/>
          </a:xfrm>
          <a:prstGeom prst="roundRect">
            <a:avLst>
              <a:gd name="adj" fmla="val 634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411FEBC-B2AB-4761-9FAF-3B9A4361FE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16, 2026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27564" y="348012"/>
            <a:ext cx="6208713" cy="539750"/>
          </a:xfrm>
          <a:prstGeom prst="rect">
            <a:avLst/>
          </a:prstGeom>
        </p:spPr>
        <p:txBody>
          <a:bodyPr/>
          <a:lstStyle/>
          <a:p>
            <a:r>
              <a:rPr lang="ru-RU" sz="2800" b="1" dirty="0">
                <a:solidFill>
                  <a:schemeClr val="bg1"/>
                </a:solidFill>
                <a:cs typeface="Segoe UI" panose="020B0502040204020203" pitchFamily="34" charset="0"/>
              </a:rPr>
              <a:t>План лекции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7816CB-D211-4C86-BC96-B9DA695A596A}"/>
              </a:ext>
            </a:extLst>
          </p:cNvPr>
          <p:cNvSpPr txBox="1"/>
          <p:nvPr/>
        </p:nvSpPr>
        <p:spPr>
          <a:xfrm>
            <a:off x="690109" y="2381395"/>
            <a:ext cx="3329799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Проблема и паттерны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Жёсткая связь и её последствия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Dependency Injection как решение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 err="1"/>
              <a:t>Service Locator: плюсы и минусы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5B5FCD-6BFC-4A41-B409-D69F6A09DB55}"/>
              </a:ext>
            </a:extLst>
          </p:cNvPr>
          <p:cNvSpPr txBox="1"/>
          <p:nvPr/>
        </p:nvSpPr>
        <p:spPr>
          <a:xfrm>
            <a:off x="4603397" y="2381395"/>
            <a:ext cx="3372068" cy="340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GetIt и injectable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Виды регистрации: singleton/lazy/factory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Порядок регистрации зависимостей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Аннотации injectable и @module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Кодогенерация build_runner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4F37EF0-EA5F-4E65-8649-2D30C601EFD6}"/>
              </a:ext>
            </a:extLst>
          </p:cNvPr>
          <p:cNvSpPr txBox="1"/>
          <p:nvPr/>
        </p:nvSpPr>
        <p:spPr>
          <a:xfrm>
            <a:off x="8274005" y="2357382"/>
            <a:ext cx="3479692" cy="312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Практика и тесты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Интеграция с Clean Architecture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DI vs Service Locator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Тестирование с подменой зависимостей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ДЗ: GetIt + injectable в CineTrack</a:t>
            </a:r>
          </a:p>
        </p:txBody>
      </p:sp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D6EAD324-C26D-4172-B382-7A125AA90ED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42994" y="1511281"/>
            <a:ext cx="682775" cy="682775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036D93A9-3528-4078-B18C-E15E22A6EDC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33635" y="1540461"/>
            <a:ext cx="646715" cy="624414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3A3296-54D7-40C3-B4B6-D5CF64D1AE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2</a:t>
            </a:fld>
            <a:endParaRPr lang="ru-RU" dirty="0"/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FC42477D-A013-4051-92A0-C9BC3F1DA7B2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41034" y="1535134"/>
            <a:ext cx="707682" cy="61332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ижний колонтитул 1">
            <a:extLst>
              <a:ext uri="{FF2B5EF4-FFF2-40B4-BE49-F238E27FC236}">
                <a16:creationId xmlns:a16="http://schemas.microsoft.com/office/drawing/2014/main" id="{3B65FB7D-D47C-4532-8D51-EE1B3DEDA0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 dirty="0">
                <a:solidFill>
                  <a:schemeClr val="bg1"/>
                </a:solidFill>
              </a:rPr>
              <a:t>Курс по Flutter · Лекция 16, 2026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0C8E141-0F3F-4662-AA23-522F85457B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>
                <a:solidFill>
                  <a:schemeClr val="bg1"/>
                </a:solidFill>
              </a:rPr>
              <a:t>3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4F23390-2E0C-4B06-B02F-5E4A1B14DF9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00370" y="2516436"/>
            <a:ext cx="4755630" cy="1338982"/>
          </a:xfrm>
        </p:spPr>
        <p:txBody>
          <a:bodyPr/>
          <a:lstStyle/>
          <a:p>
            <a:r>
              <a:rPr lang="ru-RU" dirty="0"/>
              <a:t>Проблема</a:t>
            </a:r>
          </a:p>
          <a:p>
            <a:r>
              <a:rPr lang="ru-RU" dirty="0"/>
              <a:t>без Dependency Injection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85FC7F53-20F6-4EF8-89B0-CD4756350946}"/>
              </a:ext>
            </a:extLst>
          </p:cNvPr>
          <p:cNvSpPr/>
          <p:nvPr/>
        </p:nvSpPr>
        <p:spPr>
          <a:xfrm>
            <a:off x="512572" y="1104281"/>
            <a:ext cx="3650125" cy="4987924"/>
          </a:xfrm>
          <a:prstGeom prst="roundRect">
            <a:avLst>
              <a:gd name="adj" fmla="val 5869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97BFEA4-E774-40FE-930F-F8CF780902BE}"/>
              </a:ext>
            </a:extLst>
          </p:cNvPr>
          <p:cNvSpPr/>
          <p:nvPr/>
        </p:nvSpPr>
        <p:spPr>
          <a:xfrm>
            <a:off x="4270320" y="1104281"/>
            <a:ext cx="3650125" cy="4987924"/>
          </a:xfrm>
          <a:prstGeom prst="roundRect">
            <a:avLst>
              <a:gd name="adj" fmla="val 6584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DB4B7C54-05E2-49B4-A81D-1A42658BC3A1}"/>
              </a:ext>
            </a:extLst>
          </p:cNvPr>
          <p:cNvSpPr/>
          <p:nvPr/>
        </p:nvSpPr>
        <p:spPr>
          <a:xfrm>
            <a:off x="8028069" y="1104281"/>
            <a:ext cx="3650125" cy="4987924"/>
          </a:xfrm>
          <a:prstGeom prst="roundRect">
            <a:avLst>
              <a:gd name="adj" fmla="val 634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411FEBC-B2AB-4761-9FAF-3B9A4361FE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16, 2026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27564" y="348012"/>
            <a:ext cx="6208713" cy="539750"/>
          </a:xfrm>
          <a:prstGeom prst="rect">
            <a:avLst/>
          </a:prstGeom>
        </p:spPr>
        <p:txBody>
          <a:bodyPr/>
          <a:lstStyle/>
          <a:p>
            <a:r>
              <a:rPr lang="ru-RU" sz="2800" b="1" dirty="0">
                <a:solidFill>
                  <a:schemeClr val="bg1"/>
                </a:solidFill>
                <a:cs typeface="Segoe UI" panose="020B0502040204020203" pitchFamily="34" charset="0"/>
              </a:rPr>
              <a:t>Проблема без DI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7816CB-D211-4C86-BC96-B9DA695A596A}"/>
              </a:ext>
            </a:extLst>
          </p:cNvPr>
          <p:cNvSpPr txBox="1"/>
          <p:nvPr/>
        </p:nvSpPr>
        <p:spPr>
          <a:xfrm>
            <a:off x="790629" y="2782204"/>
            <a:ext cx="3184471" cy="26622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Жёсткая связь (tight coupling)</a:t>
            </a:r>
          </a:p>
          <a:p>
            <a:pPr>
              <a:spcAft>
                <a:spcPts val="600"/>
              </a:spcAft>
            </a:pPr>
            <a:r>
              <a:rPr lang="ru-RU" dirty="0"/>
              <a:t>Класс сам создаёт нужные ему зависимости — например, MoviesBloc сам конструирует MovieApiService с Dio внутри конструктора.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5B5FCD-6BFC-4A41-B409-D69F6A09DB55}"/>
              </a:ext>
            </a:extLst>
          </p:cNvPr>
          <p:cNvSpPr txBox="1"/>
          <p:nvPr/>
        </p:nvSpPr>
        <p:spPr>
          <a:xfrm>
            <a:off x="4548377" y="2782204"/>
            <a:ext cx="3372068" cy="21082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Нельзя тестировать</a:t>
            </a:r>
          </a:p>
          <a:p>
            <a:pPr>
              <a:spcAft>
                <a:spcPts val="600"/>
              </a:spcAft>
            </a:pPr>
            <a:r>
              <a:rPr lang="ru-RU" dirty="0"/>
              <a:t>Подменить MovieApiService на mock в тестах невозможно — зависимость зашита внутри класса и недоступна снаружи.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4F37EF0-EA5F-4E65-8649-2D30C601EFD6}"/>
              </a:ext>
            </a:extLst>
          </p:cNvPr>
          <p:cNvSpPr txBox="1"/>
          <p:nvPr/>
        </p:nvSpPr>
        <p:spPr>
          <a:xfrm>
            <a:off x="8306126" y="2782204"/>
            <a:ext cx="3271151" cy="23852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Хрупкость кода</a:t>
            </a:r>
          </a:p>
          <a:p>
            <a:pPr>
              <a:spcAft>
                <a:spcPts val="600"/>
              </a:spcAft>
            </a:pPr>
            <a:r>
              <a:rPr lang="ru-RU" dirty="0"/>
              <a:t>При изменении конструктора MovieApiService придётся вручную поправить все места в коде, где он создаётся.</a:t>
            </a:r>
          </a:p>
        </p:txBody>
      </p:sp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D6EAD324-C26D-4172-B382-7A125AA90ED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56001" y="1681307"/>
            <a:ext cx="682775" cy="682775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036D93A9-3528-4078-B18C-E15E22A6EDC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6300" y="1710487"/>
            <a:ext cx="646715" cy="624414"/>
          </a:xfrm>
          <a:prstGeom prst="rect">
            <a:avLst/>
          </a:prstGeom>
        </p:spPr>
      </p:pic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84902536-56DD-4E75-89A5-25371F7D22D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402378" y="1703842"/>
            <a:ext cx="658961" cy="637705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3A3296-54D7-40C3-B4B6-D5CF64D1AE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4</a:t>
            </a:fld>
            <a:endParaRPr lang="ru-RU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Прямоугольник: скругленные углы 35">
            <a:extLst>
              <a:ext uri="{FF2B5EF4-FFF2-40B4-BE49-F238E27FC236}">
                <a16:creationId xmlns:a16="http://schemas.microsoft.com/office/drawing/2014/main" id="{22AA2016-8DBD-43FC-95F5-9CF9424A66B1}"/>
              </a:ext>
            </a:extLst>
          </p:cNvPr>
          <p:cNvSpPr/>
          <p:nvPr/>
        </p:nvSpPr>
        <p:spPr>
          <a:xfrm>
            <a:off x="426000" y="832360"/>
            <a:ext cx="10872725" cy="2132650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7" name="Прямоугольник: скругленные углы 36">
            <a:extLst>
              <a:ext uri="{FF2B5EF4-FFF2-40B4-BE49-F238E27FC236}">
                <a16:creationId xmlns:a16="http://schemas.microsoft.com/office/drawing/2014/main" id="{A4EEFC9C-FE03-4B44-8C26-D55E8361A05D}"/>
              </a:ext>
            </a:extLst>
          </p:cNvPr>
          <p:cNvSpPr/>
          <p:nvPr/>
        </p:nvSpPr>
        <p:spPr>
          <a:xfrm>
            <a:off x="426000" y="3075452"/>
            <a:ext cx="10872725" cy="3023857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188271"/>
            <a:ext cx="10970931" cy="651964"/>
          </a:xfrm>
        </p:spPr>
        <p:txBody>
          <a:bodyPr/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ru-RU" sz="1800" dirty="0"/>
              <a:t>От жёсткой связи к DI</a:t>
            </a:r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CD3AA161-F1DB-43B4-A1CC-079E24416C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16, 2026</a:t>
            </a: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7F6567AE-C589-4E55-AE06-64F5B6F1329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5938" y="920485"/>
            <a:ext cx="10030817" cy="2221067"/>
          </a:xfrm>
        </p:spPr>
        <p:txBody>
          <a:bodyPr/>
          <a:lstStyle/>
          <a:p>
            <a:r>
              <a:rPr lang="ru-RU" dirty="0"/>
              <a:t>Плохо: зависимость внутри класса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dirty="0"/>
              <a:t>MoviesBloc сам создаёт MovieApiService и Dio внутри себя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dirty="0"/>
              <a:t>Конструктор без параметров — зависимости не видны снаружи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dirty="0"/>
              <a:t>В main.dart зависимости «зашиты» прямо в create()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dirty="0"/>
              <a:t>Подменить реализацию в тестах невозможно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374FCA-628C-4AC0-974B-9D30920F1560}"/>
              </a:ext>
            </a:extLst>
          </p:cNvPr>
          <p:cNvSpPr txBox="1"/>
          <p:nvPr/>
        </p:nvSpPr>
        <p:spPr>
          <a:xfrm>
            <a:off x="515938" y="3128099"/>
            <a:ext cx="10257686" cy="28777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sz="1600" b="1" dirty="0"/>
              <a:t>Хорошо: зависимость через конструктор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MoviesBloc получает MovieRepository параметром конструктора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Класс не знает, как создаётся его зависимость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В продакшне передаём реальную реализацию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В тестах передаём mock — не меняя код класса</a:t>
            </a: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62003FFA-7B7E-4E03-88E4-C29341E179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04399" y="3429000"/>
            <a:ext cx="510378" cy="510378"/>
          </a:xfrm>
          <a:prstGeom prst="rect">
            <a:avLst/>
          </a:prstGeom>
        </p:spPr>
      </p:pic>
      <p:sp>
        <p:nvSpPr>
          <p:cNvPr id="14" name="Номер слайда 13">
            <a:extLst>
              <a:ext uri="{FF2B5EF4-FFF2-40B4-BE49-F238E27FC236}">
                <a16:creationId xmlns:a16="http://schemas.microsoft.com/office/drawing/2014/main" id="{BC8507E3-B966-4656-B1FD-DE7AC03AAD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5</a:t>
            </a:fld>
            <a:endParaRPr lang="ru-RU" dirty="0"/>
          </a:p>
        </p:txBody>
      </p:sp>
      <p:pic>
        <p:nvPicPr>
          <p:cNvPr id="41" name="Рисунок 40">
            <a:extLst>
              <a:ext uri="{FF2B5EF4-FFF2-40B4-BE49-F238E27FC236}">
                <a16:creationId xmlns:a16="http://schemas.microsoft.com/office/drawing/2014/main" id="{561DB04C-6B05-4919-ADE6-C0A168D59B10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44961" y="933733"/>
            <a:ext cx="352424" cy="54936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ижний колонтитул 1">
            <a:extLst>
              <a:ext uri="{FF2B5EF4-FFF2-40B4-BE49-F238E27FC236}">
                <a16:creationId xmlns:a16="http://schemas.microsoft.com/office/drawing/2014/main" id="{3B65FB7D-D47C-4532-8D51-EE1B3DEDA0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 dirty="0">
                <a:solidFill>
                  <a:schemeClr val="bg1"/>
                </a:solidFill>
              </a:rPr>
              <a:t>Курс по Flutter · Лекция 16, 2026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0C8E141-0F3F-4662-AA23-522F85457B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>
                <a:solidFill>
                  <a:schemeClr val="bg1"/>
                </a:solidFill>
              </a:rPr>
              <a:t>6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4F23390-2E0C-4B06-B02F-5E4A1B14DF9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00370" y="2516436"/>
            <a:ext cx="4755630" cy="1338982"/>
          </a:xfrm>
        </p:spPr>
        <p:txBody>
          <a:bodyPr/>
          <a:lstStyle/>
          <a:p>
            <a:r>
              <a:rPr lang="ru-RU" dirty="0"/>
              <a:t>Service Locator</a:t>
            </a:r>
          </a:p>
          <a:p>
            <a:r>
              <a:rPr lang="ru-RU" dirty="0"/>
              <a:t>и пакет GetIt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85FC7F53-20F6-4EF8-89B0-CD4756350946}"/>
              </a:ext>
            </a:extLst>
          </p:cNvPr>
          <p:cNvSpPr/>
          <p:nvPr/>
        </p:nvSpPr>
        <p:spPr>
          <a:xfrm>
            <a:off x="512572" y="1104281"/>
            <a:ext cx="3650125" cy="4987924"/>
          </a:xfrm>
          <a:prstGeom prst="roundRect">
            <a:avLst>
              <a:gd name="adj" fmla="val 5869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97BFEA4-E774-40FE-930F-F8CF780902BE}"/>
              </a:ext>
            </a:extLst>
          </p:cNvPr>
          <p:cNvSpPr/>
          <p:nvPr/>
        </p:nvSpPr>
        <p:spPr>
          <a:xfrm>
            <a:off x="4270320" y="1104281"/>
            <a:ext cx="3650125" cy="4987924"/>
          </a:xfrm>
          <a:prstGeom prst="roundRect">
            <a:avLst>
              <a:gd name="adj" fmla="val 6584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DB4B7C54-05E2-49B4-A81D-1A42658BC3A1}"/>
              </a:ext>
            </a:extLst>
          </p:cNvPr>
          <p:cNvSpPr/>
          <p:nvPr/>
        </p:nvSpPr>
        <p:spPr>
          <a:xfrm>
            <a:off x="8028069" y="1104281"/>
            <a:ext cx="3650125" cy="4987924"/>
          </a:xfrm>
          <a:prstGeom prst="roundRect">
            <a:avLst>
              <a:gd name="adj" fmla="val 634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411FEBC-B2AB-4761-9FAF-3B9A4361FE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16, 2026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27564" y="348012"/>
            <a:ext cx="6208713" cy="539750"/>
          </a:xfrm>
          <a:prstGeom prst="rect">
            <a:avLst/>
          </a:prstGeom>
        </p:spPr>
        <p:txBody>
          <a:bodyPr/>
          <a:lstStyle/>
          <a:p>
            <a:r>
              <a:rPr lang="ru-RU" sz="2800" b="1" dirty="0">
                <a:solidFill>
                  <a:schemeClr val="bg1"/>
                </a:solidFill>
                <a:cs typeface="Segoe UI" panose="020B0502040204020203" pitchFamily="34" charset="0"/>
              </a:rPr>
              <a:t>Service Locator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7816CB-D211-4C86-BC96-B9DA695A596A}"/>
              </a:ext>
            </a:extLst>
          </p:cNvPr>
          <p:cNvSpPr txBox="1"/>
          <p:nvPr/>
        </p:nvSpPr>
        <p:spPr>
          <a:xfrm>
            <a:off x="790629" y="2782204"/>
            <a:ext cx="3184471" cy="26622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Что это такое</a:t>
            </a:r>
          </a:p>
          <a:p>
            <a:pPr>
              <a:spcAft>
                <a:spcPts val="600"/>
              </a:spcAft>
            </a:pPr>
            <a:r>
              <a:rPr lang="ru-RU" dirty="0"/>
              <a:t>Паттерн с единым глобальным реестром объектов: любой класс может запросить зависимость из реестра по типу, например sl&lt;MoviesBloc&gt;().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5B5FCD-6BFC-4A41-B409-D69F6A09DB55}"/>
              </a:ext>
            </a:extLst>
          </p:cNvPr>
          <p:cNvSpPr txBox="1"/>
          <p:nvPr/>
        </p:nvSpPr>
        <p:spPr>
          <a:xfrm>
            <a:off x="4548377" y="2782204"/>
            <a:ext cx="3372068" cy="21082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Плюсы</a:t>
            </a:r>
          </a:p>
          <a:p>
            <a:pPr>
              <a:spcAft>
                <a:spcPts val="600"/>
              </a:spcAft>
            </a:pPr>
            <a:r>
              <a:rPr lang="ru-RU" dirty="0"/>
              <a:t>Централизованное управление зависимостями; легко переключать реализации между продакшном, тестами и staging.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4F37EF0-EA5F-4E65-8649-2D30C601EFD6}"/>
              </a:ext>
            </a:extLst>
          </p:cNvPr>
          <p:cNvSpPr txBox="1"/>
          <p:nvPr/>
        </p:nvSpPr>
        <p:spPr>
          <a:xfrm>
            <a:off x="8306126" y="2782204"/>
            <a:ext cx="3271151" cy="23852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Минусы</a:t>
            </a:r>
          </a:p>
          <a:p>
            <a:pPr>
              <a:spcAft>
                <a:spcPts val="600"/>
              </a:spcAft>
            </a:pPr>
            <a:r>
              <a:rPr lang="ru-RU" dirty="0"/>
              <a:t>Зависимости неявные — не видны в конструкторе класса; есть риск использовать объект до того, как он зарегистрирован.</a:t>
            </a:r>
          </a:p>
        </p:txBody>
      </p:sp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D6EAD324-C26D-4172-B382-7A125AA90ED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56001" y="1681307"/>
            <a:ext cx="682775" cy="682775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036D93A9-3528-4078-B18C-E15E22A6EDC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6300" y="1710487"/>
            <a:ext cx="646715" cy="624414"/>
          </a:xfrm>
          <a:prstGeom prst="rect">
            <a:avLst/>
          </a:prstGeom>
        </p:spPr>
      </p:pic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84902536-56DD-4E75-89A5-25371F7D22D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402378" y="1703842"/>
            <a:ext cx="658961" cy="637705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3A3296-54D7-40C3-B4B6-D5CF64D1AE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7</a:t>
            </a:fld>
            <a:endParaRPr lang="ru-RU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85FC7F53-20F6-4EF8-89B0-CD4756350946}"/>
              </a:ext>
            </a:extLst>
          </p:cNvPr>
          <p:cNvSpPr/>
          <p:nvPr/>
        </p:nvSpPr>
        <p:spPr>
          <a:xfrm>
            <a:off x="505198" y="1104281"/>
            <a:ext cx="3735133" cy="4987924"/>
          </a:xfrm>
          <a:prstGeom prst="roundRect">
            <a:avLst>
              <a:gd name="adj" fmla="val 5869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97BFEA4-E774-40FE-930F-F8CF780902BE}"/>
              </a:ext>
            </a:extLst>
          </p:cNvPr>
          <p:cNvSpPr/>
          <p:nvPr/>
        </p:nvSpPr>
        <p:spPr>
          <a:xfrm>
            <a:off x="4347954" y="1104281"/>
            <a:ext cx="3650125" cy="4987924"/>
          </a:xfrm>
          <a:prstGeom prst="roundRect">
            <a:avLst>
              <a:gd name="adj" fmla="val 6584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DB4B7C54-05E2-49B4-A81D-1A42658BC3A1}"/>
              </a:ext>
            </a:extLst>
          </p:cNvPr>
          <p:cNvSpPr/>
          <p:nvPr/>
        </p:nvSpPr>
        <p:spPr>
          <a:xfrm>
            <a:off x="8105703" y="1104281"/>
            <a:ext cx="3650125" cy="4987924"/>
          </a:xfrm>
          <a:prstGeom prst="roundRect">
            <a:avLst>
              <a:gd name="adj" fmla="val 634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411FEBC-B2AB-4761-9FAF-3B9A4361FE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16, 2026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27564" y="348012"/>
            <a:ext cx="6208713" cy="539750"/>
          </a:xfrm>
          <a:prstGeom prst="rect">
            <a:avLst/>
          </a:prstGeom>
        </p:spPr>
        <p:txBody>
          <a:bodyPr/>
          <a:lstStyle/>
          <a:p>
            <a:r>
              <a:rPr lang="ru-RU" sz="2800" b="1" dirty="0">
                <a:solidFill>
                  <a:schemeClr val="bg1"/>
                </a:solidFill>
                <a:cs typeface="Segoe UI" panose="020B0502040204020203" pitchFamily="34" charset="0"/>
              </a:rPr>
              <a:t>Виды регистрации в GetIt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7816CB-D211-4C86-BC96-B9DA695A596A}"/>
              </a:ext>
            </a:extLst>
          </p:cNvPr>
          <p:cNvSpPr txBox="1"/>
          <p:nvPr/>
        </p:nvSpPr>
        <p:spPr>
          <a:xfrm>
            <a:off x="690109" y="2381395"/>
            <a:ext cx="3329799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registerSingleton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Объект создаётся сразу при регистрации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Живёт одним экземпляром весь запуск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 err="1"/>
              <a:t>Подходит для Dio, конфигов, аналитики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5B5FCD-6BFC-4A41-B409-D69F6A09DB55}"/>
              </a:ext>
            </a:extLst>
          </p:cNvPr>
          <p:cNvSpPr txBox="1"/>
          <p:nvPr/>
        </p:nvSpPr>
        <p:spPr>
          <a:xfrm>
            <a:off x="4603397" y="2381395"/>
            <a:ext cx="3372068" cy="340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registerLazySingleton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Создаётся при первом обращении sl&lt;T&gt;()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Экономит ресурсы при старте приложения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Подходит для repository, use case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4F37EF0-EA5F-4E65-8649-2D30C601EFD6}"/>
              </a:ext>
            </a:extLst>
          </p:cNvPr>
          <p:cNvSpPr txBox="1"/>
          <p:nvPr/>
        </p:nvSpPr>
        <p:spPr>
          <a:xfrm>
            <a:off x="8274005" y="2357382"/>
            <a:ext cx="3479692" cy="312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registerFactory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Новый экземпляр при каждом sl&lt;T&gt;()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Подходит для BLoC и ViewModel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Каждый экран получает свежий объект</a:t>
            </a:r>
          </a:p>
        </p:txBody>
      </p:sp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D6EAD324-C26D-4172-B382-7A125AA90ED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42994" y="1511281"/>
            <a:ext cx="682775" cy="682775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036D93A9-3528-4078-B18C-E15E22A6EDC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33635" y="1540461"/>
            <a:ext cx="646715" cy="624414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3A3296-54D7-40C3-B4B6-D5CF64D1AE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8</a:t>
            </a:fld>
            <a:endParaRPr lang="ru-RU" dirty="0"/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FC42477D-A013-4051-92A0-C9BC3F1DA7B2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41034" y="1535134"/>
            <a:ext cx="707682" cy="61332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85FC7F53-20F6-4EF8-89B0-CD4756350946}"/>
              </a:ext>
            </a:extLst>
          </p:cNvPr>
          <p:cNvSpPr/>
          <p:nvPr/>
        </p:nvSpPr>
        <p:spPr>
          <a:xfrm>
            <a:off x="505198" y="1104281"/>
            <a:ext cx="3735133" cy="4987924"/>
          </a:xfrm>
          <a:prstGeom prst="roundRect">
            <a:avLst>
              <a:gd name="adj" fmla="val 5869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97BFEA4-E774-40FE-930F-F8CF780902BE}"/>
              </a:ext>
            </a:extLst>
          </p:cNvPr>
          <p:cNvSpPr/>
          <p:nvPr/>
        </p:nvSpPr>
        <p:spPr>
          <a:xfrm>
            <a:off x="4347954" y="1104281"/>
            <a:ext cx="3650125" cy="4987924"/>
          </a:xfrm>
          <a:prstGeom prst="roundRect">
            <a:avLst>
              <a:gd name="adj" fmla="val 6584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DB4B7C54-05E2-49B4-A81D-1A42658BC3A1}"/>
              </a:ext>
            </a:extLst>
          </p:cNvPr>
          <p:cNvSpPr/>
          <p:nvPr/>
        </p:nvSpPr>
        <p:spPr>
          <a:xfrm>
            <a:off x="8105703" y="1104281"/>
            <a:ext cx="3650125" cy="4987924"/>
          </a:xfrm>
          <a:prstGeom prst="roundRect">
            <a:avLst>
              <a:gd name="adj" fmla="val 634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411FEBC-B2AB-4761-9FAF-3B9A4361FE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16, 2026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27564" y="348012"/>
            <a:ext cx="6208713" cy="539750"/>
          </a:xfrm>
          <a:prstGeom prst="rect">
            <a:avLst/>
          </a:prstGeom>
        </p:spPr>
        <p:txBody>
          <a:bodyPr/>
          <a:lstStyle/>
          <a:p>
            <a:r>
              <a:rPr lang="ru-RU" sz="2800" b="1" dirty="0">
                <a:solidFill>
                  <a:schemeClr val="bg1"/>
                </a:solidFill>
                <a:cs typeface="Segoe UI" panose="020B0502040204020203" pitchFamily="34" charset="0"/>
              </a:rPr>
              <a:t>Порядок регистрации зависимостей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7816CB-D211-4C86-BC96-B9DA695A596A}"/>
              </a:ext>
            </a:extLst>
          </p:cNvPr>
          <p:cNvSpPr txBox="1"/>
          <p:nvPr/>
        </p:nvSpPr>
        <p:spPr>
          <a:xfrm>
            <a:off x="690109" y="2381395"/>
            <a:ext cx="3329799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1. Базовый слой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Dio — lazySingleton, ни от чего не зависит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Регистрируется первым в configureDependencies()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5B5FCD-6BFC-4A41-B409-D69F6A09DB55}"/>
              </a:ext>
            </a:extLst>
          </p:cNvPr>
          <p:cNvSpPr txBox="1"/>
          <p:nvPr/>
        </p:nvSpPr>
        <p:spPr>
          <a:xfrm>
            <a:off x="4603397" y="2381395"/>
            <a:ext cx="3372068" cy="340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2-4. Средние слои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DataSource зависит от Dio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Repository зависит от DataSource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UseCase зависит от Repository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Все — registerLazySingleton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4F37EF0-EA5F-4E65-8649-2D30C601EFD6}"/>
              </a:ext>
            </a:extLst>
          </p:cNvPr>
          <p:cNvSpPr txBox="1"/>
          <p:nvPr/>
        </p:nvSpPr>
        <p:spPr>
          <a:xfrm>
            <a:off x="8274005" y="2357382"/>
            <a:ext cx="3479692" cy="312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5. Получение объекта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BLoC — registerFactory, т.к. есть состояние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sl&lt;T&gt;() — получить зависимость в любом месте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configureDependencies() вызывается до runApp()</a:t>
            </a:r>
          </a:p>
        </p:txBody>
      </p:sp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D6EAD324-C26D-4172-B382-7A125AA90ED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42994" y="1511281"/>
            <a:ext cx="682775" cy="682775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036D93A9-3528-4078-B18C-E15E22A6EDC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33635" y="1540461"/>
            <a:ext cx="646715" cy="624414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3A3296-54D7-40C3-B4B6-D5CF64D1AE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9</a:t>
            </a:fld>
            <a:endParaRPr lang="ru-RU" dirty="0"/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FC42477D-A013-4051-92A0-C9BC3F1DA7B2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41034" y="1535134"/>
            <a:ext cx="707682" cy="61332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ижний колонтитул 1">
            <a:extLst>
              <a:ext uri="{FF2B5EF4-FFF2-40B4-BE49-F238E27FC236}">
                <a16:creationId xmlns:a16="http://schemas.microsoft.com/office/drawing/2014/main" id="{3B65FB7D-D47C-4532-8D51-EE1B3DEDA0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 dirty="0">
                <a:solidFill>
                  <a:schemeClr val="bg1"/>
                </a:solidFill>
              </a:rPr>
              <a:t>Курс по Flutter · Лекция 16, 2026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0C8E141-0F3F-4662-AA23-522F85457B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>
                <a:solidFill>
                  <a:schemeClr val="bg1"/>
                </a:solidFill>
              </a:rPr>
              <a:t>10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4F23390-2E0C-4B06-B02F-5E4A1B14DF9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00370" y="2516436"/>
            <a:ext cx="4755630" cy="1338982"/>
          </a:xfrm>
        </p:spPr>
        <p:txBody>
          <a:bodyPr/>
          <a:lstStyle/>
          <a:p>
            <a:r>
              <a:rPr lang="ru-RU" dirty="0"/>
              <a:t>Пакет injectable —</a:t>
            </a:r>
          </a:p>
          <a:p>
            <a:r>
              <a:rPr lang="ru-RU" dirty="0"/>
              <a:t>кодогенерация для GetIt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85FC7F53-20F6-4EF8-89B0-CD4756350946}"/>
              </a:ext>
            </a:extLst>
          </p:cNvPr>
          <p:cNvSpPr/>
          <p:nvPr/>
        </p:nvSpPr>
        <p:spPr>
          <a:xfrm>
            <a:off x="512572" y="1104281"/>
            <a:ext cx="3650125" cy="4987924"/>
          </a:xfrm>
          <a:prstGeom prst="roundRect">
            <a:avLst>
              <a:gd name="adj" fmla="val 5869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97BFEA4-E774-40FE-930F-F8CF780902BE}"/>
              </a:ext>
            </a:extLst>
          </p:cNvPr>
          <p:cNvSpPr/>
          <p:nvPr/>
        </p:nvSpPr>
        <p:spPr>
          <a:xfrm>
            <a:off x="4270320" y="1104281"/>
            <a:ext cx="3650125" cy="4987924"/>
          </a:xfrm>
          <a:prstGeom prst="roundRect">
            <a:avLst>
              <a:gd name="adj" fmla="val 6584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DB4B7C54-05E2-49B4-A81D-1A42658BC3A1}"/>
              </a:ext>
            </a:extLst>
          </p:cNvPr>
          <p:cNvSpPr/>
          <p:nvPr/>
        </p:nvSpPr>
        <p:spPr>
          <a:xfrm>
            <a:off x="8028069" y="1104281"/>
            <a:ext cx="3650125" cy="4987924"/>
          </a:xfrm>
          <a:prstGeom prst="roundRect">
            <a:avLst>
              <a:gd name="adj" fmla="val 634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411FEBC-B2AB-4761-9FAF-3B9A4361FE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16, 2026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27564" y="348012"/>
            <a:ext cx="6208713" cy="539750"/>
          </a:xfrm>
          <a:prstGeom prst="rect">
            <a:avLst/>
          </a:prstGeom>
        </p:spPr>
        <p:txBody>
          <a:bodyPr/>
          <a:lstStyle/>
          <a:p>
            <a:r>
              <a:rPr lang="ru-RU" sz="2800" b="1" dirty="0">
                <a:solidFill>
                  <a:schemeClr val="bg1"/>
                </a:solidFill>
                <a:cs typeface="Segoe UI" panose="020B0502040204020203" pitchFamily="34" charset="0"/>
              </a:rPr>
              <a:t>Аннотации injectable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7816CB-D211-4C86-BC96-B9DA695A596A}"/>
              </a:ext>
            </a:extLst>
          </p:cNvPr>
          <p:cNvSpPr txBox="1"/>
          <p:nvPr/>
        </p:nvSpPr>
        <p:spPr>
          <a:xfrm>
            <a:off x="790629" y="2782204"/>
            <a:ext cx="3184471" cy="26622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@injectable</a:t>
            </a:r>
          </a:p>
          <a:p>
            <a:pPr>
              <a:spcAft>
                <a:spcPts val="600"/>
              </a:spcAft>
            </a:pPr>
            <a:r>
              <a:rPr lang="ru-RU" dirty="0"/>
              <a:t>Новый экземпляр при каждом запросе — аналог registerFactory. Используется для BLoC и других классов с состоянием.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5B5FCD-6BFC-4A41-B409-D69F6A09DB55}"/>
              </a:ext>
            </a:extLst>
          </p:cNvPr>
          <p:cNvSpPr txBox="1"/>
          <p:nvPr/>
        </p:nvSpPr>
        <p:spPr>
          <a:xfrm>
            <a:off x="4548377" y="2782204"/>
            <a:ext cx="3372068" cy="21082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@singleton</a:t>
            </a:r>
          </a:p>
          <a:p>
            <a:pPr>
              <a:spcAft>
                <a:spcPts val="600"/>
              </a:spcAft>
            </a:pPr>
            <a:r>
              <a:rPr lang="ru-RU" dirty="0"/>
              <a:t>Один экземпляр, создаётся сразу — аналог registerSingleton. Подходит для сервисов, нужных с самого старта.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4F37EF0-EA5F-4E65-8649-2D30C601EFD6}"/>
              </a:ext>
            </a:extLst>
          </p:cNvPr>
          <p:cNvSpPr txBox="1"/>
          <p:nvPr/>
        </p:nvSpPr>
        <p:spPr>
          <a:xfrm>
            <a:off x="8306126" y="2782204"/>
            <a:ext cx="3271151" cy="23852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@lazySingleton</a:t>
            </a:r>
          </a:p>
          <a:p>
            <a:pPr>
              <a:spcAft>
                <a:spcPts val="600"/>
              </a:spcAft>
            </a:pPr>
            <a:r>
              <a:rPr lang="ru-RU" dirty="0"/>
              <a:t>Один экземпляр, создаётся при первом обращении — аналог registerLazySingleton. Подходит для repository.</a:t>
            </a:r>
          </a:p>
        </p:txBody>
      </p:sp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D6EAD324-C26D-4172-B382-7A125AA90ED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56001" y="1681307"/>
            <a:ext cx="682775" cy="682775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036D93A9-3528-4078-B18C-E15E22A6EDC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6300" y="1710487"/>
            <a:ext cx="646715" cy="624414"/>
          </a:xfrm>
          <a:prstGeom prst="rect">
            <a:avLst/>
          </a:prstGeom>
        </p:spPr>
      </p:pic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84902536-56DD-4E75-89A5-25371F7D22D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402378" y="1703842"/>
            <a:ext cx="658961" cy="637705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3A3296-54D7-40C3-B4B6-D5CF64D1AE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11</a:t>
            </a:fld>
            <a:endParaRPr lang="ru-RU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Прямоугольник: скругленные углы 34">
            <a:extLst>
              <a:ext uri="{FF2B5EF4-FFF2-40B4-BE49-F238E27FC236}">
                <a16:creationId xmlns:a16="http://schemas.microsoft.com/office/drawing/2014/main" id="{23FF2F22-107F-4E61-971F-B1FB49326D4E}"/>
              </a:ext>
            </a:extLst>
          </p:cNvPr>
          <p:cNvSpPr/>
          <p:nvPr/>
        </p:nvSpPr>
        <p:spPr>
          <a:xfrm>
            <a:off x="6222471" y="1717978"/>
            <a:ext cx="5445125" cy="2027520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6" name="Прямоугольник: скругленные углы 35">
            <a:extLst>
              <a:ext uri="{FF2B5EF4-FFF2-40B4-BE49-F238E27FC236}">
                <a16:creationId xmlns:a16="http://schemas.microsoft.com/office/drawing/2014/main" id="{22AA2016-8DBD-43FC-95F5-9CF9424A66B1}"/>
              </a:ext>
            </a:extLst>
          </p:cNvPr>
          <p:cNvSpPr/>
          <p:nvPr/>
        </p:nvSpPr>
        <p:spPr>
          <a:xfrm>
            <a:off x="515937" y="3987045"/>
            <a:ext cx="5445125" cy="2027520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7" name="Прямоугольник: скругленные углы 36">
            <a:extLst>
              <a:ext uri="{FF2B5EF4-FFF2-40B4-BE49-F238E27FC236}">
                <a16:creationId xmlns:a16="http://schemas.microsoft.com/office/drawing/2014/main" id="{A4EEFC9C-FE03-4B44-8C26-D55E8361A05D}"/>
              </a:ext>
            </a:extLst>
          </p:cNvPr>
          <p:cNvSpPr/>
          <p:nvPr/>
        </p:nvSpPr>
        <p:spPr>
          <a:xfrm>
            <a:off x="6222471" y="3987045"/>
            <a:ext cx="5445125" cy="2027520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9" name="Прямоугольник: скругленные углы 18">
            <a:extLst>
              <a:ext uri="{FF2B5EF4-FFF2-40B4-BE49-F238E27FC236}">
                <a16:creationId xmlns:a16="http://schemas.microsoft.com/office/drawing/2014/main" id="{DF75818F-3F1B-4950-864A-877D1FCF54F1}"/>
              </a:ext>
            </a:extLst>
          </p:cNvPr>
          <p:cNvSpPr/>
          <p:nvPr/>
        </p:nvSpPr>
        <p:spPr>
          <a:xfrm>
            <a:off x="515937" y="1717978"/>
            <a:ext cx="5445125" cy="2027520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Продвинутые возможности injectable</a:t>
            </a:r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CD3AA161-F1DB-43B4-A1CC-079E24416C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16, 2026</a:t>
            </a: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7F6567AE-C589-4E55-AE06-64F5B6F1329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89440" y="876300"/>
            <a:ext cx="10890250" cy="585788"/>
          </a:xfrm>
        </p:spPr>
        <p:txBody>
          <a:bodyPr/>
          <a:lstStyle/>
          <a:p>
            <a:r>
              <a:rPr lang="ru-RU" dirty="0"/>
              <a:t>Кроме базовых аннотаций, injectable умеет регистрировать абстракции, внешние классы и асинхронные зависимости.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374FCA-628C-4AC0-974B-9D30920F1560}"/>
              </a:ext>
            </a:extLst>
          </p:cNvPr>
          <p:cNvSpPr txBox="1"/>
          <p:nvPr/>
        </p:nvSpPr>
        <p:spPr>
          <a:xfrm>
            <a:off x="6501603" y="4300614"/>
            <a:ext cx="4019501" cy="14003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sz="1600" b="1" dirty="0"/>
              <a:t>@LazySingleton(as: X)</a:t>
            </a:r>
          </a:p>
          <a:p>
            <a:r>
              <a:rPr lang="ru-RU" sz="1600" dirty="0"/>
              <a:t>Регистрирует реализацию под типом интерфейса — если класс реализует абстракцию, это нужно указать явно.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CBE2CA-BEA8-4C4F-AD1D-CD913826EE18}"/>
              </a:ext>
            </a:extLst>
          </p:cNvPr>
          <p:cNvSpPr txBox="1"/>
          <p:nvPr/>
        </p:nvSpPr>
        <p:spPr>
          <a:xfrm>
            <a:off x="795069" y="2031547"/>
            <a:ext cx="4536239" cy="14003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spcAft>
                <a:spcPts val="100"/>
              </a:spcAft>
              <a:defRPr sz="1600" b="1">
                <a:solidFill>
                  <a:schemeClr val="tx2"/>
                </a:solidFill>
              </a:defRPr>
            </a:lvl1pPr>
          </a:lstStyle>
          <a:p>
            <a:pPr>
              <a:spcAft>
                <a:spcPts val="600"/>
              </a:spcAft>
            </a:pPr>
            <a:r>
              <a:rPr lang="ru-RU" dirty="0">
                <a:solidFill>
                  <a:schemeClr val="tx1"/>
                </a:solidFill>
              </a:rPr>
              <a:t>@module</a:t>
            </a:r>
          </a:p>
          <a:p>
            <a:r>
              <a:rPr lang="ru-RU" b="0" dirty="0">
                <a:solidFill>
                  <a:schemeClr val="tx1"/>
                </a:solidFill>
              </a:rPr>
              <a:t>Регистрирует внешние классы (Dio, SharedPreferences), которые нельзя аннотировать напрямую в их коде.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7816CB-D211-4C86-BC96-B9DA695A596A}"/>
              </a:ext>
            </a:extLst>
          </p:cNvPr>
          <p:cNvSpPr txBox="1"/>
          <p:nvPr/>
        </p:nvSpPr>
        <p:spPr>
          <a:xfrm>
            <a:off x="6501603" y="2031547"/>
            <a:ext cx="4307564" cy="1154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sz="1600" b="1" dirty="0"/>
              <a:t>@preResolve</a:t>
            </a:r>
          </a:p>
          <a:p>
            <a:pPr>
              <a:spcAft>
                <a:spcPts val="100"/>
              </a:spcAft>
            </a:pPr>
            <a:r>
              <a:rPr lang="ru-RU" sz="1600" dirty="0"/>
              <a:t>Помечает асинхронную зависимость (SharedPreferences.getInstance()), которую нужно дождаться до старта.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5B5FCD-6BFC-4A41-B409-D69F6A09DB55}"/>
              </a:ext>
            </a:extLst>
          </p:cNvPr>
          <p:cNvSpPr txBox="1"/>
          <p:nvPr/>
        </p:nvSpPr>
        <p:spPr>
          <a:xfrm>
            <a:off x="795069" y="4300614"/>
            <a:ext cx="4272681" cy="1154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sz="1600" b="1" dirty="0"/>
              <a:t>build_runner</a:t>
            </a:r>
          </a:p>
          <a:p>
            <a:pPr>
              <a:spcAft>
                <a:spcPts val="100"/>
              </a:spcAft>
            </a:pPr>
            <a:r>
              <a:rPr lang="ru-RU" sz="1600" dirty="0"/>
              <a:t>Команда build_runner build генерирует injection.config.dart со всей регистрацией зависимостей.</a:t>
            </a:r>
          </a:p>
        </p:txBody>
      </p:sp>
      <p:pic>
        <p:nvPicPr>
          <p:cNvPr id="38" name="Рисунок 37">
            <a:extLst>
              <a:ext uri="{FF2B5EF4-FFF2-40B4-BE49-F238E27FC236}">
                <a16:creationId xmlns:a16="http://schemas.microsoft.com/office/drawing/2014/main" id="{BD521979-996E-4053-88FC-EE81F9DAA3B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34797" y="1884390"/>
            <a:ext cx="483815" cy="331760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6D1E3AA5-1AEE-4A7F-8CBE-E4D695BC0BD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53086" y="4300614"/>
            <a:ext cx="465526" cy="387938"/>
          </a:xfrm>
          <a:prstGeom prst="rect">
            <a:avLst/>
          </a:prstGeom>
        </p:spPr>
      </p:pic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5D3EE9D7-7123-4428-8949-5A58C21FD9F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963183" y="1939794"/>
            <a:ext cx="433748" cy="452608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62003FFA-7B7E-4E03-88E4-C29341E1791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944700" y="4178174"/>
            <a:ext cx="510378" cy="510378"/>
          </a:xfrm>
          <a:prstGeom prst="rect">
            <a:avLst/>
          </a:prstGeom>
        </p:spPr>
      </p:pic>
      <p:sp>
        <p:nvSpPr>
          <p:cNvPr id="14" name="Номер слайда 13">
            <a:extLst>
              <a:ext uri="{FF2B5EF4-FFF2-40B4-BE49-F238E27FC236}">
                <a16:creationId xmlns:a16="http://schemas.microsoft.com/office/drawing/2014/main" id="{BC8507E3-B966-4656-B1FD-DE7AC03AAD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12</a:t>
            </a:fld>
            <a:endParaRPr lang="ru-RU" dirty="0"/>
          </a:p>
        </p:txBody>
      </p:sp>
      <p:pic>
        <p:nvPicPr>
          <p:cNvPr id="41" name="Рисунок 40">
            <a:extLst>
              <a:ext uri="{FF2B5EF4-FFF2-40B4-BE49-F238E27FC236}">
                <a16:creationId xmlns:a16="http://schemas.microsoft.com/office/drawing/2014/main" id="{561DB04C-6B05-4919-ADE6-C0A168D59B10}"/>
              </a:ext>
            </a:extLst>
          </p:cNvPr>
          <p:cNvPicPr>
            <a:picLocks noChangeAspect="1"/>
          </p:cNvPicPr>
          <p:nvPr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18857" y="894645"/>
            <a:ext cx="352424" cy="54936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ижний колонтитул 1">
            <a:extLst>
              <a:ext uri="{FF2B5EF4-FFF2-40B4-BE49-F238E27FC236}">
                <a16:creationId xmlns:a16="http://schemas.microsoft.com/office/drawing/2014/main" id="{3B65FB7D-D47C-4532-8D51-EE1B3DEDA0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 dirty="0">
                <a:solidFill>
                  <a:schemeClr val="bg1"/>
                </a:solidFill>
              </a:rPr>
              <a:t>Курс по Flutter · Лекция 16, 2026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0C8E141-0F3F-4662-AA23-522F85457B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>
                <a:solidFill>
                  <a:schemeClr val="bg1"/>
                </a:solidFill>
              </a:rPr>
              <a:t>13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4F23390-2E0C-4B06-B02F-5E4A1B14DF9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00370" y="2516436"/>
            <a:ext cx="4755630" cy="1338982"/>
          </a:xfrm>
        </p:spPr>
        <p:txBody>
          <a:bodyPr/>
          <a:lstStyle/>
          <a:p>
            <a:r>
              <a:rPr lang="ru-RU" dirty="0"/>
              <a:t>Интеграция с</a:t>
            </a:r>
          </a:p>
          <a:p>
            <a:r>
              <a:rPr lang="ru-RU" dirty="0"/>
              <a:t>Clean Architecture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Прямоугольник: скругленные углы 35">
            <a:extLst>
              <a:ext uri="{FF2B5EF4-FFF2-40B4-BE49-F238E27FC236}">
                <a16:creationId xmlns:a16="http://schemas.microsoft.com/office/drawing/2014/main" id="{22AA2016-8DBD-43FC-95F5-9CF9424A66B1}"/>
              </a:ext>
            </a:extLst>
          </p:cNvPr>
          <p:cNvSpPr/>
          <p:nvPr/>
        </p:nvSpPr>
        <p:spPr>
          <a:xfrm>
            <a:off x="426000" y="832360"/>
            <a:ext cx="10872725" cy="2132650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7" name="Прямоугольник: скругленные углы 36">
            <a:extLst>
              <a:ext uri="{FF2B5EF4-FFF2-40B4-BE49-F238E27FC236}">
                <a16:creationId xmlns:a16="http://schemas.microsoft.com/office/drawing/2014/main" id="{A4EEFC9C-FE03-4B44-8C26-D55E8361A05D}"/>
              </a:ext>
            </a:extLst>
          </p:cNvPr>
          <p:cNvSpPr/>
          <p:nvPr/>
        </p:nvSpPr>
        <p:spPr>
          <a:xfrm>
            <a:off x="426000" y="3075452"/>
            <a:ext cx="10872725" cy="3023857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188271"/>
            <a:ext cx="10970931" cy="651964"/>
          </a:xfrm>
        </p:spPr>
        <p:txBody>
          <a:bodyPr/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ru-RU" sz="1800" dirty="0"/>
              <a:t>Полная цепочка DI для фичи Movies</a:t>
            </a:r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CD3AA161-F1DB-43B4-A1CC-079E24416C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16, 2026</a:t>
            </a: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7F6567AE-C589-4E55-AE06-64F5B6F1329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5938" y="920485"/>
            <a:ext cx="10030817" cy="2221067"/>
          </a:xfrm>
        </p:spPr>
        <p:txBody>
          <a:bodyPr/>
          <a:lstStyle/>
          <a:p>
            <a:r>
              <a:rPr lang="ru-RU" dirty="0"/>
              <a:t>Слои и аннотации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dirty="0"/>
              <a:t>MovieRemoteDataSourceImpl — @LazySingleton(as: MovieRemoteDataSource)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dirty="0"/>
              <a:t>MovieRepositoryImpl — @LazySingleton(as: MovieRepository)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dirty="0"/>
              <a:t>GetPopularMovies, SearchMovies — @lazySingleton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dirty="0"/>
              <a:t>MoviesBloc — @injectable (factory, новый на каждый запрос)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dirty="0"/>
              <a:t>Интерфейсы вроде MovieRepository аннотациями не помечаются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374FCA-628C-4AC0-974B-9D30920F1560}"/>
              </a:ext>
            </a:extLst>
          </p:cNvPr>
          <p:cNvSpPr txBox="1"/>
          <p:nvPr/>
        </p:nvSpPr>
        <p:spPr>
          <a:xfrm>
            <a:off x="515938" y="3128099"/>
            <a:ext cx="10257686" cy="28777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sz="1600" b="1" dirty="0"/>
              <a:t>core/di/ и запуск приложения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injection.dart — объявляет sl = GetIt.instance и @InjectableInit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injection.config.dart — генерируется build_runner'ом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configureDependencies() вызывается в main() до runApp()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Виджеты получают готовые объекты через sl&lt;T&gt;()</a:t>
            </a: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62003FFA-7B7E-4E03-88E4-C29341E179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04399" y="3429000"/>
            <a:ext cx="510378" cy="510378"/>
          </a:xfrm>
          <a:prstGeom prst="rect">
            <a:avLst/>
          </a:prstGeom>
        </p:spPr>
      </p:pic>
      <p:sp>
        <p:nvSpPr>
          <p:cNvPr id="14" name="Номер слайда 13">
            <a:extLst>
              <a:ext uri="{FF2B5EF4-FFF2-40B4-BE49-F238E27FC236}">
                <a16:creationId xmlns:a16="http://schemas.microsoft.com/office/drawing/2014/main" id="{BC8507E3-B966-4656-B1FD-DE7AC03AAD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14</a:t>
            </a:fld>
            <a:endParaRPr lang="ru-RU" dirty="0"/>
          </a:p>
        </p:txBody>
      </p:sp>
      <p:pic>
        <p:nvPicPr>
          <p:cNvPr id="41" name="Рисунок 40">
            <a:extLst>
              <a:ext uri="{FF2B5EF4-FFF2-40B4-BE49-F238E27FC236}">
                <a16:creationId xmlns:a16="http://schemas.microsoft.com/office/drawing/2014/main" id="{561DB04C-6B05-4919-ADE6-C0A168D59B10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44961" y="933733"/>
            <a:ext cx="352424" cy="549367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Прямоугольник: скругленные углы 35">
            <a:extLst>
              <a:ext uri="{FF2B5EF4-FFF2-40B4-BE49-F238E27FC236}">
                <a16:creationId xmlns:a16="http://schemas.microsoft.com/office/drawing/2014/main" id="{22AA2016-8DBD-43FC-95F5-9CF9424A66B1}"/>
              </a:ext>
            </a:extLst>
          </p:cNvPr>
          <p:cNvSpPr/>
          <p:nvPr/>
        </p:nvSpPr>
        <p:spPr>
          <a:xfrm>
            <a:off x="426000" y="832360"/>
            <a:ext cx="10872725" cy="2132650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7" name="Прямоугольник: скругленные углы 36">
            <a:extLst>
              <a:ext uri="{FF2B5EF4-FFF2-40B4-BE49-F238E27FC236}">
                <a16:creationId xmlns:a16="http://schemas.microsoft.com/office/drawing/2014/main" id="{A4EEFC9C-FE03-4B44-8C26-D55E8361A05D}"/>
              </a:ext>
            </a:extLst>
          </p:cNvPr>
          <p:cNvSpPr/>
          <p:nvPr/>
        </p:nvSpPr>
        <p:spPr>
          <a:xfrm>
            <a:off x="426000" y="3075452"/>
            <a:ext cx="10872725" cy="3023857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188271"/>
            <a:ext cx="10970931" cy="651964"/>
          </a:xfrm>
        </p:spPr>
        <p:txBody>
          <a:bodyPr/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ru-RU" sz="1800" dirty="0"/>
              <a:t>DI vs Service Locator</a:t>
            </a:r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CD3AA161-F1DB-43B4-A1CC-079E24416C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16, 2026</a:t>
            </a: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7F6567AE-C589-4E55-AE06-64F5B6F1329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5938" y="920485"/>
            <a:ext cx="10030817" cy="2221067"/>
          </a:xfrm>
        </p:spPr>
        <p:txBody>
          <a:bodyPr/>
          <a:lstStyle/>
          <a:p>
            <a:r>
              <a:rPr lang="ru-RU" dirty="0"/>
              <a:t>Dependency Injection (конструктор)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dirty="0"/>
              <a:t>Зависимости видны прямо в конструкторе класса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dirty="0"/>
              <a:t>Класс ничего не знает о реестре зависимостей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dirty="0"/>
              <a:t>Тестируемость: очень высокая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dirty="0"/>
              <a:t>Требует явной настройки в каждом месте создания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dirty="0"/>
              <a:t>Типичные инструменты: Provider, Riverpod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374FCA-628C-4AC0-974B-9D30920F1560}"/>
              </a:ext>
            </a:extLst>
          </p:cNvPr>
          <p:cNvSpPr txBox="1"/>
          <p:nvPr/>
        </p:nvSpPr>
        <p:spPr>
          <a:xfrm>
            <a:off x="515938" y="3128099"/>
            <a:ext cx="10257686" cy="28777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sz="1600" b="1" dirty="0"/>
              <a:t>Service Locator (GetIt)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Зависимости скрыты внутри вызова sl&lt;T&gt;()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Класс явно обращается к глобальному реестру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Тестируемость: высокая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Проще для небольших проектов, меньше boilerplate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Рекомендация курса: GetIt + injectable как компромисс</a:t>
            </a: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62003FFA-7B7E-4E03-88E4-C29341E179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04399" y="3429000"/>
            <a:ext cx="510378" cy="510378"/>
          </a:xfrm>
          <a:prstGeom prst="rect">
            <a:avLst/>
          </a:prstGeom>
        </p:spPr>
      </p:pic>
      <p:sp>
        <p:nvSpPr>
          <p:cNvPr id="14" name="Номер слайда 13">
            <a:extLst>
              <a:ext uri="{FF2B5EF4-FFF2-40B4-BE49-F238E27FC236}">
                <a16:creationId xmlns:a16="http://schemas.microsoft.com/office/drawing/2014/main" id="{BC8507E3-B966-4656-B1FD-DE7AC03AAD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15</a:t>
            </a:fld>
            <a:endParaRPr lang="ru-RU" dirty="0"/>
          </a:p>
        </p:txBody>
      </p:sp>
      <p:pic>
        <p:nvPicPr>
          <p:cNvPr id="41" name="Рисунок 40">
            <a:extLst>
              <a:ext uri="{FF2B5EF4-FFF2-40B4-BE49-F238E27FC236}">
                <a16:creationId xmlns:a16="http://schemas.microsoft.com/office/drawing/2014/main" id="{561DB04C-6B05-4919-ADE6-C0A168D59B10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44961" y="933733"/>
            <a:ext cx="352424" cy="549367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ижний колонтитул 1">
            <a:extLst>
              <a:ext uri="{FF2B5EF4-FFF2-40B4-BE49-F238E27FC236}">
                <a16:creationId xmlns:a16="http://schemas.microsoft.com/office/drawing/2014/main" id="{3B65FB7D-D47C-4532-8D51-EE1B3DEDA0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 dirty="0">
                <a:solidFill>
                  <a:schemeClr val="bg1"/>
                </a:solidFill>
              </a:rPr>
              <a:t>Курс по Flutter · Лекция 16, 2026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0C8E141-0F3F-4662-AA23-522F85457B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>
                <a:solidFill>
                  <a:schemeClr val="bg1"/>
                </a:solidFill>
              </a:rPr>
              <a:t>16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4F23390-2E0C-4B06-B02F-5E4A1B14DF9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00370" y="2516436"/>
            <a:ext cx="4755630" cy="1338982"/>
          </a:xfrm>
        </p:spPr>
        <p:txBody>
          <a:bodyPr/>
          <a:lstStyle/>
          <a:p>
            <a:r>
              <a:rPr lang="ru-RU" dirty="0"/>
              <a:t>Тестирование</a:t>
            </a:r>
          </a:p>
          <a:p>
            <a:r>
              <a:rPr lang="ru-RU" dirty="0"/>
              <a:t>с Dependency Injection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85FC7F53-20F6-4EF8-89B0-CD4756350946}"/>
              </a:ext>
            </a:extLst>
          </p:cNvPr>
          <p:cNvSpPr/>
          <p:nvPr/>
        </p:nvSpPr>
        <p:spPr>
          <a:xfrm>
            <a:off x="512572" y="1104281"/>
            <a:ext cx="3650125" cy="4987924"/>
          </a:xfrm>
          <a:prstGeom prst="roundRect">
            <a:avLst>
              <a:gd name="adj" fmla="val 5869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97BFEA4-E774-40FE-930F-F8CF780902BE}"/>
              </a:ext>
            </a:extLst>
          </p:cNvPr>
          <p:cNvSpPr/>
          <p:nvPr/>
        </p:nvSpPr>
        <p:spPr>
          <a:xfrm>
            <a:off x="4270320" y="1104281"/>
            <a:ext cx="3650125" cy="4987924"/>
          </a:xfrm>
          <a:prstGeom prst="roundRect">
            <a:avLst>
              <a:gd name="adj" fmla="val 6584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DB4B7C54-05E2-49B4-A81D-1A42658BC3A1}"/>
              </a:ext>
            </a:extLst>
          </p:cNvPr>
          <p:cNvSpPr/>
          <p:nvPr/>
        </p:nvSpPr>
        <p:spPr>
          <a:xfrm>
            <a:off x="8028069" y="1104281"/>
            <a:ext cx="3650125" cy="4987924"/>
          </a:xfrm>
          <a:prstGeom prst="roundRect">
            <a:avLst>
              <a:gd name="adj" fmla="val 634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411FEBC-B2AB-4761-9FAF-3B9A4361FE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16, 2026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27564" y="348012"/>
            <a:ext cx="6208713" cy="539750"/>
          </a:xfrm>
          <a:prstGeom prst="rect">
            <a:avLst/>
          </a:prstGeom>
        </p:spPr>
        <p:txBody>
          <a:bodyPr/>
          <a:lstStyle/>
          <a:p>
            <a:r>
              <a:rPr lang="ru-RU" sz="2800" b="1" dirty="0">
                <a:solidFill>
                  <a:schemeClr val="bg1"/>
                </a:solidFill>
                <a:cs typeface="Segoe UI" panose="020B0502040204020203" pitchFamily="34" charset="0"/>
              </a:rPr>
              <a:t>Тестирование с DI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7816CB-D211-4C86-BC96-B9DA695A596A}"/>
              </a:ext>
            </a:extLst>
          </p:cNvPr>
          <p:cNvSpPr txBox="1"/>
          <p:nvPr/>
        </p:nvSpPr>
        <p:spPr>
          <a:xfrm>
            <a:off x="790629" y="2782204"/>
            <a:ext cx="3184471" cy="26622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Подмена зависимостей</a:t>
            </a:r>
          </a:p>
          <a:p>
            <a:pPr>
              <a:spcAft>
                <a:spcPts val="600"/>
              </a:spcAft>
            </a:pPr>
            <a:r>
              <a:rPr lang="ru-RU" dirty="0"/>
              <a:t>В setUp() создаём mock-объекты (MockGetPopularMovies) и передаём их в BLoC вместо реальных реализаций.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5B5FCD-6BFC-4A41-B409-D69F6A09DB55}"/>
              </a:ext>
            </a:extLst>
          </p:cNvPr>
          <p:cNvSpPr txBox="1"/>
          <p:nvPr/>
        </p:nvSpPr>
        <p:spPr>
          <a:xfrm>
            <a:off x="4548377" y="2782204"/>
            <a:ext cx="3372068" cy="21082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Изоляция от сети</a:t>
            </a:r>
          </a:p>
          <a:p>
            <a:pPr>
              <a:spcAft>
                <a:spcPts val="600"/>
              </a:spcAft>
            </a:pPr>
            <a:r>
              <a:rPr lang="ru-RU" dirty="0"/>
              <a:t>BLoC не знает, откуда берутся данные — тест работает с mock и не делает реальных HTTP-запросов.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4F37EF0-EA5F-4E65-8649-2D30C601EFD6}"/>
              </a:ext>
            </a:extLst>
          </p:cNvPr>
          <p:cNvSpPr txBox="1"/>
          <p:nvPr/>
        </p:nvSpPr>
        <p:spPr>
          <a:xfrm>
            <a:off x="8306126" y="2782204"/>
            <a:ext cx="3271151" cy="23852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Очистка после теста</a:t>
            </a:r>
          </a:p>
          <a:p>
            <a:pPr>
              <a:spcAft>
                <a:spcPts val="600"/>
              </a:spcAft>
            </a:pPr>
            <a:r>
              <a:rPr lang="ru-RU" dirty="0"/>
              <a:t>В tearDown() закрываем BLoC (bloc.close()) и сбрасываем реестр (sl.reset()), если использовали GetIt.</a:t>
            </a:r>
          </a:p>
        </p:txBody>
      </p:sp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D6EAD324-C26D-4172-B382-7A125AA90ED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56001" y="1681307"/>
            <a:ext cx="682775" cy="682775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036D93A9-3528-4078-B18C-E15E22A6EDC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6300" y="1710487"/>
            <a:ext cx="646715" cy="624414"/>
          </a:xfrm>
          <a:prstGeom prst="rect">
            <a:avLst/>
          </a:prstGeom>
        </p:spPr>
      </p:pic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84902536-56DD-4E75-89A5-25371F7D22D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402378" y="1703842"/>
            <a:ext cx="658961" cy="637705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3A3296-54D7-40C3-B4B6-D5CF64D1AE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17</a:t>
            </a:fld>
            <a:endParaRPr lang="ru-RU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Прямоугольник: скругленные углы 35">
            <a:extLst>
              <a:ext uri="{FF2B5EF4-FFF2-40B4-BE49-F238E27FC236}">
                <a16:creationId xmlns:a16="http://schemas.microsoft.com/office/drawing/2014/main" id="{22AA2016-8DBD-43FC-95F5-9CF9424A66B1}"/>
              </a:ext>
            </a:extLst>
          </p:cNvPr>
          <p:cNvSpPr/>
          <p:nvPr/>
        </p:nvSpPr>
        <p:spPr>
          <a:xfrm>
            <a:off x="426000" y="832360"/>
            <a:ext cx="10872725" cy="2132650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7" name="Прямоугольник: скругленные углы 36">
            <a:extLst>
              <a:ext uri="{FF2B5EF4-FFF2-40B4-BE49-F238E27FC236}">
                <a16:creationId xmlns:a16="http://schemas.microsoft.com/office/drawing/2014/main" id="{A4EEFC9C-FE03-4B44-8C26-D55E8361A05D}"/>
              </a:ext>
            </a:extLst>
          </p:cNvPr>
          <p:cNvSpPr/>
          <p:nvPr/>
        </p:nvSpPr>
        <p:spPr>
          <a:xfrm>
            <a:off x="426000" y="3075452"/>
            <a:ext cx="10872725" cy="3023857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188271"/>
            <a:ext cx="10970931" cy="651964"/>
          </a:xfrm>
        </p:spPr>
        <p:txBody>
          <a:bodyPr/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ru-RU" sz="1800" dirty="0"/>
              <a:t>Домашнее задание: GetIt + Injectable в CineTrack</a:t>
            </a:r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CD3AA161-F1DB-43B4-A1CC-079E24416C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16, 2026</a:t>
            </a: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7F6567AE-C589-4E55-AE06-64F5B6F1329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5938" y="920485"/>
            <a:ext cx="10030817" cy="2221067"/>
          </a:xfrm>
        </p:spPr>
        <p:txBody>
          <a:bodyPr/>
          <a:lstStyle/>
          <a:p>
            <a:r>
              <a:rPr lang="ru-RU" dirty="0"/>
              <a:t>Что делаем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dirty="0"/>
              <a:t>Добавляем get_it, injectable, injectable_generator, build_runner в pubspec.yaml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dirty="0"/>
              <a:t>Создаём lib/core/di/injection.dart с configureDependencies()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dirty="0"/>
              <a:t>Создаём app_module.dart: @module для Dio и SharedPreferences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dirty="0"/>
              <a:t>Аннотируем MovieApiClient и DataSource — @lazySingleton / @LazySingleton(as: ...)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dirty="0"/>
              <a:t>Аннотируем use cases @lazySingleton, MoviesBloc — @injectable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dirty="0"/>
              <a:t>Запускаем build_runner build --delete-conflicting-outputs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dirty="0"/>
              <a:t>Заменяем ручное создание BLoC на sl&lt;MoviesBloc&gt;() в BlocProvider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374FCA-628C-4AC0-974B-9D30920F1560}"/>
              </a:ext>
            </a:extLst>
          </p:cNvPr>
          <p:cNvSpPr txBox="1"/>
          <p:nvPr/>
        </p:nvSpPr>
        <p:spPr>
          <a:xfrm>
            <a:off x="515938" y="3128099"/>
            <a:ext cx="10257686" cy="28777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sz="1600" b="1" dirty="0"/>
              <a:t>Контекст CineTrack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Проект уже переведён на Clean Architecture в Лекции 15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Убираем ручное создание зависимостей во всех слоях фичи Movies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MultiBlocProvider получает MoviesBloc и FavoritesBloc через sl&lt;T&gt;()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main.dart вызывает configureDependencies() до runApp()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Проверяем: список фильмов, поиск и избранное работают как прежде</a:t>
            </a: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62003FFA-7B7E-4E03-88E4-C29341E179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04399" y="3429000"/>
            <a:ext cx="510378" cy="510378"/>
          </a:xfrm>
          <a:prstGeom prst="rect">
            <a:avLst/>
          </a:prstGeom>
        </p:spPr>
      </p:pic>
      <p:sp>
        <p:nvSpPr>
          <p:cNvPr id="14" name="Номер слайда 13">
            <a:extLst>
              <a:ext uri="{FF2B5EF4-FFF2-40B4-BE49-F238E27FC236}">
                <a16:creationId xmlns:a16="http://schemas.microsoft.com/office/drawing/2014/main" id="{BC8507E3-B966-4656-B1FD-DE7AC03AAD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18</a:t>
            </a:fld>
            <a:endParaRPr lang="ru-RU" dirty="0"/>
          </a:p>
        </p:txBody>
      </p:sp>
      <p:pic>
        <p:nvPicPr>
          <p:cNvPr id="41" name="Рисунок 40">
            <a:extLst>
              <a:ext uri="{FF2B5EF4-FFF2-40B4-BE49-F238E27FC236}">
                <a16:creationId xmlns:a16="http://schemas.microsoft.com/office/drawing/2014/main" id="{561DB04C-6B05-4919-ADE6-C0A168D59B10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44961" y="933733"/>
            <a:ext cx="352424" cy="54936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неофлекс 2025">
  <a:themeElements>
    <a:clrScheme name="Neoflex">
      <a:dk1>
        <a:srgbClr val="140032"/>
      </a:dk1>
      <a:lt1>
        <a:srgbClr val="FFFFFF"/>
      </a:lt1>
      <a:dk2>
        <a:srgbClr val="46006E"/>
      </a:dk2>
      <a:lt2>
        <a:srgbClr val="FFFFFF"/>
      </a:lt2>
      <a:accent1>
        <a:srgbClr val="FFA019"/>
      </a:accent1>
      <a:accent2>
        <a:srgbClr val="E63C32"/>
      </a:accent2>
      <a:accent3>
        <a:srgbClr val="D2005A"/>
      </a:accent3>
      <a:accent4>
        <a:srgbClr val="821464"/>
      </a:accent4>
      <a:accent5>
        <a:srgbClr val="00C8D2"/>
      </a:accent5>
      <a:accent6>
        <a:srgbClr val="73787D"/>
      </a:accent6>
      <a:hlink>
        <a:srgbClr val="FFA019"/>
      </a:hlink>
      <a:folHlink>
        <a:srgbClr val="AAADB1"/>
      </a:folHlink>
    </a:clrScheme>
    <a:fontScheme name="Segoe">
      <a:majorFont>
        <a:latin typeface="Segoe UI Black"/>
        <a:ea typeface=""/>
        <a:cs typeface=""/>
      </a:majorFont>
      <a:minorFont>
        <a:latin typeface="Segoe UI"/>
        <a:ea typeface=""/>
        <a:cs typeface=""/>
      </a:minorFont>
    </a:fontScheme>
    <a:fmtScheme name="Уголки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0">
              <a:schemeClr val="tx2"/>
            </a:gs>
            <a:gs pos="100000">
              <a:schemeClr val="accent2"/>
            </a:gs>
          </a:gsLst>
          <a:lin ang="8100000" scaled="0"/>
          <a:tileRect/>
        </a:gradFill>
        <a:ln w="28575"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неофлекс 2025" id="{173D98FC-B62A-4B4C-8EA7-D46FA3AEE8A7}" vid="{7CFBC142-695B-434E-8C7F-14A948D34D3A}"/>
    </a:ext>
  </a:extLst>
</a:theme>
</file>

<file path=ppt/theme/theme2.xml><?xml version="1.0" encoding="utf-8"?>
<a:theme xmlns:a="http://schemas.openxmlformats.org/drawingml/2006/main" name="неофлекс 2026-3">
  <a:themeElements>
    <a:clrScheme name="Другая 6">
      <a:dk1>
        <a:srgbClr val="140032"/>
      </a:dk1>
      <a:lt1>
        <a:srgbClr val="FFFFFF"/>
      </a:lt1>
      <a:dk2>
        <a:srgbClr val="460F64"/>
      </a:dk2>
      <a:lt2>
        <a:srgbClr val="BA9CF6"/>
      </a:lt2>
      <a:accent1>
        <a:srgbClr val="FFA019"/>
      </a:accent1>
      <a:accent2>
        <a:srgbClr val="E63C32"/>
      </a:accent2>
      <a:accent3>
        <a:srgbClr val="D2005A"/>
      </a:accent3>
      <a:accent4>
        <a:srgbClr val="821464"/>
      </a:accent4>
      <a:accent5>
        <a:srgbClr val="00C8D2"/>
      </a:accent5>
      <a:accent6>
        <a:srgbClr val="73787D"/>
      </a:accent6>
      <a:hlink>
        <a:srgbClr val="821464"/>
      </a:hlink>
      <a:folHlink>
        <a:srgbClr val="AAADB1"/>
      </a:folHlink>
    </a:clrScheme>
    <a:fontScheme name="Segoe">
      <a:majorFont>
        <a:latin typeface="Segoe UI Black"/>
        <a:ea typeface=""/>
        <a:cs typeface=""/>
      </a:majorFont>
      <a:minorFont>
        <a:latin typeface="Segoe UI"/>
        <a:ea typeface=""/>
        <a:cs typeface=""/>
      </a:minorFont>
    </a:fontScheme>
    <a:fmtScheme name="Уголки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0">
              <a:schemeClr val="tx2"/>
            </a:gs>
            <a:gs pos="100000">
              <a:schemeClr val="accent2"/>
            </a:gs>
          </a:gsLst>
          <a:lin ang="8100000" scaled="0"/>
          <a:tileRect/>
        </a:gradFill>
        <a:ln w="28575"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 cap="flat" cmpd="sng" algn="ctr">
          <a:solidFill>
            <a:schemeClr val="accent4"/>
          </a:solidFill>
          <a:prstDash val="solid"/>
          <a:round/>
          <a:headEnd type="none" w="med" len="med"/>
          <a:tailEnd type="triangle" w="med" len="med"/>
        </a:ln>
      </a:spPr>
      <a:bodyPr/>
      <a:lstStyle/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неофлекс 2026-3" id="{F397E552-D672-41D1-9AB2-A15B879DD96D}" vid="{834CE028-435E-44C8-8A32-D3FA756AF255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неофлекс 2025</Template>
  <TotalTime>4796</TotalTime>
  <Words>1133</Words>
  <Application>Microsoft Macintosh PowerPoint</Application>
  <PresentationFormat>Widescreen</PresentationFormat>
  <Paragraphs>180</Paragraphs>
  <Slides>18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Arial</vt:lpstr>
      <vt:lpstr>Calibri</vt:lpstr>
      <vt:lpstr>Franklin Gothic Book</vt:lpstr>
      <vt:lpstr>Roboto</vt:lpstr>
      <vt:lpstr>Segoe UI</vt:lpstr>
      <vt:lpstr>Segoe UI Black</vt:lpstr>
      <vt:lpstr>неофлекс 2025</vt:lpstr>
      <vt:lpstr>неофлекс 2026-3</vt:lpstr>
      <vt:lpstr>PowerPoint Presentation</vt:lpstr>
      <vt:lpstr>План лекции</vt:lpstr>
      <vt:lpstr>PowerPoint Presentation</vt:lpstr>
      <vt:lpstr>Проблема без DI</vt:lpstr>
      <vt:lpstr>От жёсткой связи к DI</vt:lpstr>
      <vt:lpstr>PowerPoint Presentation</vt:lpstr>
      <vt:lpstr>Service Locator</vt:lpstr>
      <vt:lpstr>Виды регистрации в GetIt</vt:lpstr>
      <vt:lpstr>Порядок регистрации зависимостей</vt:lpstr>
      <vt:lpstr>PowerPoint Presentation</vt:lpstr>
      <vt:lpstr>Аннотации injectable</vt:lpstr>
      <vt:lpstr>Продвинутые возможности injectable</vt:lpstr>
      <vt:lpstr>PowerPoint Presentation</vt:lpstr>
      <vt:lpstr>Полная цепочка DI для фичи Movies</vt:lpstr>
      <vt:lpstr>DI vs Service Locator</vt:lpstr>
      <vt:lpstr>PowerPoint Presentation</vt:lpstr>
      <vt:lpstr>Тестирование с DI</vt:lpstr>
      <vt:lpstr>Домашнее задание: GetIt + Injectable в CineTrack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Kobzeva, Natalia</dc:creator>
  <cp:lastModifiedBy>Microsoft Office User</cp:lastModifiedBy>
  <cp:revision>350</cp:revision>
  <dcterms:created xsi:type="dcterms:W3CDTF">2025-10-28T11:38:48Z</dcterms:created>
  <dcterms:modified xsi:type="dcterms:W3CDTF">2026-09-03T07:12:25Z</dcterms:modified>
</cp:coreProperties>
</file>