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4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13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BLoC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Потоки в 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 как труба с данными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async* и yield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await for и Future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Анатомия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Event, State,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Методы add и emit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Пример ColorBloc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 в UI и Cubit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BlocProvider, BlocBuilder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Cubit — упрощённый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Домашнее задание: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Зачем нужен BLoC</a:t>
            </a:r>
          </a:p>
          <a:p>
            <a:r>
              <a:rPr lang="ru-RU" dirty="0"/>
              <a:t>От потоков Dart к архитектуре приложения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Stream в Dart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Поток как труба</a:t>
            </a:r>
          </a:p>
          <a:p>
            <a:pPr>
              <a:spcAft>
                <a:spcPts val="600"/>
              </a:spcAft>
            </a:pPr>
            <a:r>
              <a:rPr lang="ru-RU" dirty="0"/>
              <a:t>Stream — асинхронный канал данных: как труба, по которой течёт вода, только вместо воды — значения, приходящие порциями во времени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async* и yield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Функция-генератор, помеченная async*, возвращает Stream; каждый yield отправляет очередное значение в поток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await for</a:t>
            </a:r>
          </a:p>
          <a:p>
            <a:pPr>
              <a:spcAft>
                <a:spcPts val="600"/>
              </a:spcAft>
            </a:pPr>
            <a:r>
              <a:rPr lang="ru-RU" dirty="0"/>
              <a:t>Внутри async-функции await for последовательно получает каждое значение потока — например, чтобы посчитать сумму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Event, State, Bloc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Event</a:t>
            </a:r>
          </a:p>
          <a:p>
            <a:pPr>
              <a:spcAft>
                <a:spcPts val="600"/>
              </a:spcAft>
            </a:pPr>
            <a:r>
              <a:rPr lang="ru-RU" dirty="0"/>
              <a:t>Описывает, что произошло в UI (например, нажатие кнопки), и отправляется в Bloc методом add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State</a:t>
            </a:r>
          </a:p>
          <a:p>
            <a:pPr>
              <a:spcAft>
                <a:spcPts val="600"/>
              </a:spcAft>
            </a:pPr>
            <a:r>
              <a:rPr lang="ru-RU" dirty="0"/>
              <a:t>Данные, которые Bloc отдаёт наружу; UI подписывается на поток состояний и перестраивается при их смене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</a:t>
            </a:r>
          </a:p>
          <a:p>
            <a:pPr>
              <a:spcAft>
                <a:spcPts val="600"/>
              </a:spcAft>
            </a:pPr>
            <a:r>
              <a:rPr lang="ru-RU" dirty="0"/>
              <a:t>Простой класс, у которого все входы и все выходы — потоки; он убирает бизнес-логику из визуального интерфейса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BLoC на практике</a:t>
            </a:r>
          </a:p>
          <a:p>
            <a:r>
              <a:rPr lang="ru-RU" dirty="0"/>
              <a:t>Переписываем ColorApp на flutter_bloc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ColorBloc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Переписываем приложение со сменой цвета из прошлой лекции на flutter_bloc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ColorEvent</a:t>
            </a:r>
          </a:p>
          <a:p>
            <a:r>
              <a:rPr lang="ru-RU" sz="1600" dirty="0"/>
              <a:t>abstract class ColorEvent {} — базовый класс для всех событий блока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ColorChangePressed</a:t>
            </a:r>
          </a:p>
          <a:p>
            <a:r>
              <a:rPr lang="ru-RU" b="0" dirty="0">
                <a:solidFill>
                  <a:schemeClr val="tx1"/>
                </a:solidFill>
              </a:rPr>
              <a:t>Событие, которое генерируется при нажатии кнопки смены цвета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ColorBloc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extends Bloc&lt;ColorEvent, Color&gt;: начальное состояние Colors.green и обработчик on&lt;ColorChangePressed&gt;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emit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В обработчике события Bloc отправляет новое состояние: emit(Util.randomColor())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BLoC в дереве виджетов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BlocProvider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create: (context) =&gt; ColorBloc()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Создаёт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Передаёт его вниз по дереву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Доступен потомкам через 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BlocBuilder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BlocBuilder&lt;ColorBloc, Color&gt;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Находит ближайший Bloc нужного типа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Подписывается на его состояния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Перестраивает детей при новом emit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Отправка события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context.read&lt;ColorBloc&gt;()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.add(ColorChangePressed())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Тот же read, что и в пакете provider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Cubit — Bloc без потока событий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Cubit vs Bloc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Cubit</a:t>
            </a:r>
          </a:p>
          <a:p>
            <a:pPr>
              <a:spcAft>
                <a:spcPts val="600"/>
              </a:spcAft>
            </a:pPr>
            <a:r>
              <a:rPr lang="ru-RU" dirty="0"/>
              <a:t>Упрощённый вариант: входной поток событий заменён обычными методами класса, остальной механизм тот же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Bloc</a:t>
            </a:r>
          </a:p>
          <a:p>
            <a:pPr>
              <a:spcAft>
                <a:spcPts val="600"/>
              </a:spcAft>
            </a:pPr>
            <a:r>
              <a:rPr lang="ru-RU" dirty="0"/>
              <a:t>Полная версия: входные события — тоже потоки, обработчики регистрируются через on&lt;Event&gt;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Общее</a:t>
            </a:r>
          </a:p>
          <a:p>
            <a:pPr>
              <a:spcAft>
                <a:spcPts val="600"/>
              </a:spcAft>
            </a:pPr>
            <a:r>
              <a:rPr lang="ru-RU" dirty="0"/>
              <a:t>В обоих случаях состояние отправляется через emit, а UI подписывается через BlocBuilder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рефакторинг CineTrack на BLoC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13,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пакет flutter_bloc в pubspec.yaml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события MoviesEvent: LoadMovies, RefreshMovies, SearchMoviesRequested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состояния MoviesState: Initial, Loading, Loaded,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Реализовать MoviesBloc с обработчиком на каждое событие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Подключить BlocProvider&lt;MoviesBloc&gt; в дерево виджетов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 HomeScreen заменить чтение из MoviesProvider на BlocBuilder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Pull-to-refresh должен отправлять событие RefreshMovies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SearchScreen отправляет SearchMoviesRequested в собственный MoviesBloc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Удалить lib/providers/movies_provider.dart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Продолжаем разработку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MoviesProvider на ChangeNotifier заменяется паттерном BLoC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BLoC чётко разделяет UI-события, бизнес-логику и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важно для масштабируемости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FavoritesProvider и RatingsProvider на ChangeNotifier остаются без изменений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604</Words>
  <Application>Microsoft Macintosh PowerPoint</Application>
  <PresentationFormat>Widescreen</PresentationFormat>
  <Paragraphs>106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Stream в Dart</vt:lpstr>
      <vt:lpstr>Event, State, Bloc</vt:lpstr>
      <vt:lpstr>PowerPoint Presentation</vt:lpstr>
      <vt:lpstr>Пример: ColorBloc</vt:lpstr>
      <vt:lpstr>BLoC в дереве виджетов</vt:lpstr>
      <vt:lpstr>PowerPoint Presentation</vt:lpstr>
      <vt:lpstr>Cubit vs Bloc</vt:lpstr>
      <vt:lpstr>Домашнее задание: рефакторинг CineTrack на BLoC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2026-09-03T07:11:25Z</dcterms:modified>
</cp:coreProperties>
</file>