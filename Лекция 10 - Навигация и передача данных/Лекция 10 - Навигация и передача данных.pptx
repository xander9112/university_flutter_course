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0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10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Навигация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и передача данных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Navigator и маршруты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Navigator, BuildContext, Screen/Route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Методы: push, pop, popUntil, pushReplacement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Именованные маршруты и pushNamed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Передача данных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Данные вперёд: через конструктор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Данные через arguments и ModalRoute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onGenerateRoute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Данные назад: pop с результатом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Navigator 2.0 и go_router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Почему появился Navigator 2.0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RouteInformationParser, RouterDelegate, Router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go_router: декларативный API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Основные понятия навигации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Navigator</a:t>
            </a:r>
          </a:p>
          <a:p>
            <a:pPr>
              <a:spcAft>
                <a:spcPts val="600"/>
              </a:spcAft>
            </a:pPr>
            <a:r>
              <a:rPr lang="ru-RU" dirty="0"/>
              <a:t>Виджет, управляющий стеком экранов: добавляет новый экран, удаляет верхний или заменяет текущий экран новым.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BuildContext</a:t>
            </a:r>
          </a:p>
          <a:p>
            <a:pPr>
              <a:spcAft>
                <a:spcPts val="600"/>
              </a:spcAft>
            </a:pPr>
            <a:r>
              <a:rPr lang="ru-RU" dirty="0"/>
              <a:t>Представляет положение виджета в дереве; через него получаем ссылку на ближайший Navigator для навигационных операций.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Screen / Route</a:t>
            </a:r>
          </a:p>
          <a:p>
            <a:pPr>
              <a:spcAft>
                <a:spcPts val="600"/>
              </a:spcAft>
            </a:pPr>
            <a:r>
              <a:rPr lang="ru-RU" dirty="0"/>
              <a:t>Отдельная страница приложения — обычно один виджет, который определяет её пользовательский интерфейс.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Navigator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Виджет Navigator управляет стеком экранов через набор методов.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push</a:t>
            </a:r>
          </a:p>
          <a:p>
            <a:r>
              <a:rPr lang="ru-RU" sz="1600" dirty="0"/>
              <a:t>Помещает новый экран в стек поверх текущего.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pop</a:t>
            </a:r>
          </a:p>
          <a:p>
            <a:r>
              <a:rPr lang="ru-RU" b="0" dirty="0">
                <a:solidFill>
                  <a:schemeClr val="tx1"/>
                </a:solidFill>
              </a:rPr>
              <a:t>Удаляет текущий экран из стека, возвращая к предыдущему.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popUntil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Удаляет экраны из стека, пока не выполнится заданное условие.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pushReplacement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Заменяет текущий экран новым, не добавляя его поверх старого.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Именованные маршруты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routes в MaterialApp</a:t>
            </a:r>
          </a:p>
          <a:p>
            <a:pPr>
              <a:spcAft>
                <a:spcPts val="600"/>
              </a:spcAft>
            </a:pPr>
            <a:r>
              <a:rPr lang="ru-RU" dirty="0"/>
              <a:t>Каждому экрану присваивается уникальный идентификатор-строка, например '/' и '/second'.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pushNamed</a:t>
            </a:r>
          </a:p>
          <a:p>
            <a:pPr>
              <a:spcAft>
                <a:spcPts val="600"/>
              </a:spcAft>
            </a:pPr>
            <a:r>
              <a:rPr lang="ru-RU" dirty="0"/>
              <a:t>Navigator.pushNamed(context, '/second') — переход к экрану по его имени, а не по явному виджету.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Зачем это нужно</a:t>
            </a:r>
          </a:p>
          <a:p>
            <a:pPr>
              <a:spcAft>
                <a:spcPts val="600"/>
              </a:spcAft>
            </a:pPr>
            <a:r>
              <a:rPr lang="ru-RU" dirty="0"/>
              <a:t>Упрощает код навигации и добавление новых экранов по мере роста приложения.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Передача данных</a:t>
            </a:r>
          </a:p>
          <a:p>
            <a:r>
              <a:rPr lang="ru-RU" dirty="0"/>
              <a:t>между экранами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Передача данных вперёд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Через конструктор экрана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MaterialPageRoute(builder: (_) =&gt; SecondScreen(data: 'Hello'))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Данные передаются как обычный параметр конструктора виджета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Читаются в build() как обычное поле класса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Через arguments именованного маршрута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Navigator.pushNamed(context, '/second', arguments: {...})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 новом экране: ModalRoute.of(context)!.settings.arguments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Требуется приведение типа (as ...) при извлечении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onGenerateRoute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Назначение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Позволяет извлекать аргументы и строить маршрут внутри MaterialApp, а не в самом виджете экрана.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Разбор пути</a:t>
            </a:r>
          </a:p>
          <a:p>
            <a:pPr>
              <a:spcAft>
                <a:spcPts val="600"/>
              </a:spcAft>
            </a:pPr>
            <a:r>
              <a:rPr lang="ru-RU" dirty="0"/>
              <a:t>settings.name?.split('/') делит путь на сегменты, по которым определяется экран и параметры.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Использование</a:t>
            </a:r>
          </a:p>
          <a:p>
            <a:pPr>
              <a:spcAft>
                <a:spcPts val="600"/>
              </a:spcAft>
            </a:pPr>
            <a:r>
              <a:rPr lang="ru-RU" dirty="0"/>
              <a:t>Navigator.of(context).pushNamed('/second/hello') — сегмент 'hello' передаётся в конструктор SecondPage.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Возврат данных на предыдущий экран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На экране, который закрывается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Navigator.of(context).pop('test') — pop принимает необязательный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Кнопка на экране закрывает его и передаёт значение назад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На экране, который ждёт результат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final result = await Navigator.of(context).pushNamed('/second/hello')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await — pushNamed асинхронный, ждём, пока экран закроется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Результат nullable: экран можно закрыть без ответа (свайп, кнопка «назад»)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От Navigator 1.0</a:t>
            </a:r>
          </a:p>
          <a:p>
            <a:r>
              <a:rPr lang="ru-RU" dirty="0"/>
              <a:t>к Navigator 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Navigator 1.0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Push/pop отлично работают для мобильных приложений, но не масштабируются на веб и сложные сценарии.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Императивность</a:t>
            </a:r>
          </a:p>
          <a:p>
            <a:r>
              <a:rPr lang="ru-RU" sz="1600" dirty="0"/>
              <a:t>Стек меняется командами, а не описывается как функция от состояния приложения.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Deep linking и URL</a:t>
            </a:r>
          </a:p>
          <a:p>
            <a:r>
              <a:rPr lang="ru-RU" b="0" dirty="0">
                <a:solidFill>
                  <a:schemeClr val="tx1"/>
                </a:solidFill>
              </a:rPr>
              <a:t>Нет естественного способа отразить экран в адресной строке браузера и обратно.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Кнопка «Назад» в браузере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Синхронизацию со стеком Navigator приходится делать вручную.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Восстановление состояния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ОС может убить и восстановить процесс — декларативного описания стека для этого нет.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Три сущности Navigator 2.0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RouteInformationParser</a:t>
            </a:r>
          </a:p>
          <a:p>
            <a:pPr>
              <a:spcAft>
                <a:spcPts val="600"/>
              </a:spcAft>
            </a:pPr>
            <a:r>
              <a:rPr lang="ru-RU" dirty="0"/>
              <a:t>Превращает URL (или данные восстановления состояния) в объект-конфигурацию приложения и обратно.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RouterDelegate</a:t>
            </a:r>
          </a:p>
          <a:p>
            <a:pPr>
              <a:spcAft>
                <a:spcPts val="600"/>
              </a:spcAft>
            </a:pPr>
            <a:r>
              <a:rPr lang="ru-RU" dirty="0"/>
              <a:t>По текущей конфигурации строит виджет Navigator со списком Page — актуальный стек экранов.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Router</a:t>
            </a:r>
          </a:p>
          <a:p>
            <a:pPr>
              <a:spcAft>
                <a:spcPts val="600"/>
              </a:spcAft>
            </a:pPr>
            <a:r>
              <a:rPr lang="ru-RU" dirty="0"/>
              <a:t>Связывает парсер, делегата и провайдера информации о маршруте, подключается к MaterialApp.router.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Navigator 1.0 против Navigator 2.0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Navigator 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Императивный API (push/pop), низкий порог входа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Deep linking и URL в вебе — только обходные пути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Кнопку «Назад» в браузере нужно синхронизировать вручную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Подходит для небольших приложений без сложных сценариев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Navigator 2.0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Декларативный: стек — функция от состояния, но много boilerplate-кода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Полноценная поддержка deep linking и URL из коробки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Синхронизация с браузером и восстановление состояния — автоматические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чистом виде почти никто не пишет вручную — берут go_router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go_router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go_router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Официальный пакет от команды Flutter, реализующий Navigator 2.0 под капотом с компактным API.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Декларативный список маршрутов</a:t>
            </a:r>
          </a:p>
          <a:p>
            <a:r>
              <a:rPr lang="ru-RU" sz="1600" dirty="0"/>
              <a:t>Один список GoRoute вместо трёх отдельных классов Navigator 2.0.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Deep linking и URL из коробки</a:t>
            </a:r>
          </a:p>
          <a:p>
            <a:r>
              <a:rPr lang="ru-RU" b="0" dirty="0">
                <a:solidFill>
                  <a:schemeClr val="tx1"/>
                </a:solidFill>
              </a:rPr>
              <a:t>Работает без ручной реализации RouteInformationParser.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Параметры и данные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Параметры пути (:id), query-параметры и произвольные объекты через extra.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Redirect и ShellRoute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Редиректы (например, при отсутствии авторизации) и постоянный UI во вложенных маршрутах.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Один пример, три реализации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Navigator 1.0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onGenerateRoute разбирает Uri.pathSegments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Navigator.of(context).pushNamed('/detail/$id')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Один обходной метод на всё приложение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Navigator 2.0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AppRoutePath, Parser, RouterDelegate — три класса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routerDelegate.showDetail(movieId)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Больше кода, но полностью декларативно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go_router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GoRoute(path: '/detail/:id', builder: ...)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context.go('/detail/$movieId')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Итоговый URL тот же, кода меньше всего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навигация в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нужно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MainScreen с BottomNavigationBar — корневой экран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Три вкладки: Главная, Поиск (заглушка), Избранное (заглушка)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Именованные маршруты в MaterialApp: '/' и '/movie-detail'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MovieDetailScreen получает Movie через ModalRoute.settings.arguments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Кнопка «Оценить»: диалог с оценкой 1–10, Navigator.pop(context, rating)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HomeScreen получает оценку через await Navigator.pushNamed(...)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Продолжение CineTrack: строим полноценную навигационную структуру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Список фильмов → карточка фильма: данные передаются через arguments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Оценка фильма возвращается обратно на экран списка через pop(result)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Следующий шаг курса — вынести состояние в Provider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1111</Words>
  <Application>Microsoft Macintosh PowerPoint</Application>
  <PresentationFormat>Widescreen</PresentationFormat>
  <Paragraphs>169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Основные понятия навигации</vt:lpstr>
      <vt:lpstr>Методы Navigator</vt:lpstr>
      <vt:lpstr>Именованные маршруты</vt:lpstr>
      <vt:lpstr>PowerPoint Presentation</vt:lpstr>
      <vt:lpstr>Передача данных вперёд</vt:lpstr>
      <vt:lpstr>onGenerateRoute</vt:lpstr>
      <vt:lpstr>Возврат данных на предыдущий экран</vt:lpstr>
      <vt:lpstr>PowerPoint Presentation</vt:lpstr>
      <vt:lpstr>Ограничения Navigator 1.0</vt:lpstr>
      <vt:lpstr>Три сущности Navigator 2.0</vt:lpstr>
      <vt:lpstr>Navigator 1.0 против Navigator 2.0</vt:lpstr>
      <vt:lpstr>PowerPoint Presentation</vt:lpstr>
      <vt:lpstr>Преимущества go_router</vt:lpstr>
      <vt:lpstr>Один пример, три реализации</vt:lpstr>
      <vt:lpstr>Домашнее задание: навигация в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2026-09-03T07:09:11Z</dcterms:modified>
</cp:coreProperties>
</file>