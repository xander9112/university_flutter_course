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0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svg"/><Relationship Id="rId7" Type="http://schemas.openxmlformats.org/officeDocument/2006/relationships/image" Target="../media/image34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3.png"/><Relationship Id="rId11" Type="http://schemas.openxmlformats.org/officeDocument/2006/relationships/image" Target="../media/image38.svg"/><Relationship Id="rId5" Type="http://schemas.openxmlformats.org/officeDocument/2006/relationships/image" Target="../media/image32.sv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14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Хранение данных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на устройстве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Файлы и path_provider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Доступ к файловой системе через dart:io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Temporary и Documents directory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Чтение и запись файлов на диск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Ограничения во Flutter Web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SharedPreferences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Key-value хранилище настроек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Поддерживаемые типы данных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Обёртка над платформенным API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Удаление отдельных записей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SQLite и sqflite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Структурированные данные и таблицы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Модель данных и схема БД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CRUD-операции: insert/query/update/delete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Зачем хранить данные локально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Данные переживают перезапуск</a:t>
            </a:r>
          </a:p>
          <a:p>
            <a:pPr>
              <a:spcAft>
                <a:spcPts val="600"/>
              </a:spcAft>
            </a:pPr>
            <a:r>
              <a:rPr lang="ru-RU" dirty="0"/>
              <a:t>Без сохранения на диск состояние приложения (избранное, настройки) теряется при каждом закрытии.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Работа офлайн</a:t>
            </a:r>
          </a:p>
          <a:p>
            <a:pPr>
              <a:spcAft>
                <a:spcPts val="600"/>
              </a:spcAft>
            </a:pPr>
            <a:r>
              <a:rPr lang="ru-RU" dirty="0"/>
              <a:t>Данные, загруженные из интернета, можно сохранить и использовать повторно без подключения к сети.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Скорость и надёжность</a:t>
            </a:r>
          </a:p>
          <a:p>
            <a:pPr>
              <a:spcAft>
                <a:spcPts val="600"/>
              </a:spcAft>
            </a:pPr>
            <a:r>
              <a:rPr lang="ru-RU" dirty="0"/>
              <a:t>Локальное чтение быстрее повторного запроса к серверу и не зависит от качества связи.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Работа с файлами</a:t>
            </a:r>
          </a:p>
          <a:p>
            <a:r>
              <a:rPr lang="ru-RU" dirty="0"/>
              <a:t>path_provider + dart:io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Каталоги path_provider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Temporary directory</a:t>
            </a:r>
          </a:p>
          <a:p>
            <a:pPr>
              <a:spcAft>
                <a:spcPts val="600"/>
              </a:spcAft>
            </a:pPr>
            <a:r>
              <a:rPr lang="ru-RU" dirty="0"/>
              <a:t>Кэш, который система может очистить в любой момент. iOS — NSCachesDirectory, Android — getCacheDir().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Documents directory</a:t>
            </a:r>
          </a:p>
          <a:p>
            <a:pPr>
              <a:spcAft>
                <a:spcPts val="600"/>
              </a:spcAft>
            </a:pPr>
            <a:r>
              <a:rPr lang="ru-RU" dirty="0"/>
              <a:t>Постоянное хранилище приложения, очищается только при удалении. iOS — NSDocumentDirectory, Android — AppData.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Класс File (dart:io)</a:t>
            </a:r>
          </a:p>
          <a:p>
            <a:pPr>
              <a:spcAft>
                <a:spcPts val="600"/>
              </a:spcAft>
            </a:pPr>
            <a:r>
              <a:rPr lang="ru-RU" dirty="0"/>
              <a:t>Строится по пути из path_provider и даёт доступ к операциям чтения и записи конкретного файла.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Чтение и запись файлов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writeAsString()</a:t>
            </a:r>
          </a:p>
          <a:p>
            <a:pPr>
              <a:spcAft>
                <a:spcPts val="600"/>
              </a:spcAft>
            </a:pPr>
            <a:r>
              <a:rPr lang="ru-RU" dirty="0"/>
              <a:t>Асинхронно записывает строку в файл, полученный по пути из Documents directory.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readAsString() + try/catch</a:t>
            </a:r>
          </a:p>
          <a:p>
            <a:pPr>
              <a:spcAft>
                <a:spcPts val="600"/>
              </a:spcAft>
            </a:pPr>
            <a:r>
              <a:rPr lang="ru-RU" dirty="0"/>
              <a:t>Читает содержимое файла; если файла нет или произошла ошибка — возвращается пустая строка.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Ограничение Flutter Web</a:t>
            </a:r>
          </a:p>
          <a:p>
            <a:pPr>
              <a:spcAft>
                <a:spcPts val="600"/>
              </a:spcAft>
            </a:pPr>
            <a:r>
              <a:rPr lang="ru-RU" dirty="0"/>
              <a:t>В вебе нет прямого доступа к файловой системе — dart:io выбрасывает исключение.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SharedPreferences</a:t>
            </a:r>
          </a:p>
          <a:p>
            <a:r>
              <a:rPr lang="ru-RU" dirty="0"/>
              <a:t>Простое key-value хранилище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Что такое SharedPreferences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Обёртка над платформой</a:t>
            </a:r>
          </a:p>
          <a:p>
            <a:pPr>
              <a:spcAft>
                <a:spcPts val="600"/>
              </a:spcAft>
            </a:pPr>
            <a:r>
              <a:rPr lang="ru-RU" dirty="0"/>
              <a:t>На iOS данные хранятся в NSUserDefaults, на Android — в нативном SharedPreferences.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Единая точка доступа</a:t>
            </a:r>
          </a:p>
          <a:p>
            <a:pPr>
              <a:spcAft>
                <a:spcPts val="600"/>
              </a:spcAft>
            </a:pPr>
            <a:r>
              <a:rPr lang="ru-RU" dirty="0"/>
              <a:t>SharedPreferences.getInstance() асинхронно возвращает singleton-объект для чтения и записи.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Простота и популярность</a:t>
            </a:r>
          </a:p>
          <a:p>
            <a:pPr>
              <a:spcAft>
                <a:spcPts val="600"/>
              </a:spcAft>
            </a:pPr>
            <a:r>
              <a:rPr lang="ru-RU" dirty="0"/>
              <a:t>Официальный пакет команды flutter.dev, широко используется благодаря минимальному API.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Работа с данными в SharedPreferences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Что можно сохранить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setInt(key, value)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setBool(key, value)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setDouble(key, value)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setString(key, value)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setStringList(key, value)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Как читать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getInt/getBool/getDouble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getString/getStringList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Возвращают null, если ключа нет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Типы nullable: int?, bool?, String?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Управление записями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remove(key) удаляет запись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Все операции асинхронные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Future нельзя сохранить как значение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10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SQLite и sqflite</a:t>
            </a:r>
          </a:p>
          <a:p>
            <a:r>
              <a:rPr lang="ru-RU" dirty="0"/>
              <a:t>Структурированное хранилище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Когда нужна база данных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Большие объёмы данных</a:t>
            </a:r>
          </a:p>
          <a:p>
            <a:pPr>
              <a:spcAft>
                <a:spcPts val="600"/>
              </a:spcAft>
            </a:pPr>
            <a:r>
              <a:rPr lang="ru-RU" dirty="0"/>
              <a:t>Файлы и key-value хранилища плохо масштабируются на большое число записей.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Быстрые операции</a:t>
            </a:r>
          </a:p>
          <a:p>
            <a:pPr>
              <a:spcAft>
                <a:spcPts val="600"/>
              </a:spcAft>
            </a:pPr>
            <a:r>
              <a:rPr lang="ru-RU" dirty="0"/>
              <a:t>SQLite обеспечивает более быструю вставку, обновление и выборку по сравнению с файлами.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Пакеты sqflite + path</a:t>
            </a:r>
          </a:p>
          <a:p>
            <a:pPr>
              <a:spcAft>
                <a:spcPts val="600"/>
              </a:spcAft>
            </a:pPr>
            <a:r>
              <a:rPr lang="ru-RU" dirty="0"/>
              <a:t>sqflite — работа с БД, path — кроссплатформенное построение пути к файлу базы данных.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Подготовка базы данных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Перед чтением и записью нужно описать модель, путь и схему таблицы.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Модель данных</a:t>
            </a:r>
          </a:p>
          <a:p>
            <a:r>
              <a:rPr lang="ru-RU" sz="1600" dirty="0"/>
              <a:t>Класс с полями таблицы, например Dog: id, name, 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Путь к файлу БД</a:t>
            </a:r>
          </a:p>
          <a:p>
            <a:r>
              <a:rPr lang="ru-RU" b="0" dirty="0">
                <a:solidFill>
                  <a:schemeClr val="tx1"/>
                </a:solidFill>
              </a:rPr>
              <a:t>getDatabasesPath() из sqflite + join() из пакета path.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openDatabase()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Открывает соединение с БД по пути, принимает параметр version.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onCreate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Выполняет CREATE TABLE при первом создании базы данных.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12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CRUD-операции sqflite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Каждая операция преобразует объект в Map&lt;String, dynamic&gt; и обратно.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insert()</a:t>
            </a:r>
          </a:p>
          <a:p>
            <a:r>
              <a:rPr lang="ru-RU" sz="1600" dirty="0"/>
              <a:t>toMap() + db.insert(), conflictAlgorithm.replace при повторной записи.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query()</a:t>
            </a:r>
          </a:p>
          <a:p>
            <a:r>
              <a:rPr lang="ru-RU" b="0" dirty="0">
                <a:solidFill>
                  <a:schemeClr val="tx1"/>
                </a:solidFill>
              </a:rPr>
              <a:t>Возвращает List&lt;Map&gt;, который конвертируется в List&lt;Dog&gt;.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update()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toMap() + where 'id = ?' и whereArgs с идентификатором записи.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delete()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where и whereArgs предотвращают SQL-инъекции при удалении.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Файлы vs SharedPreferences vs SQLite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Ключевые различия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Файлы — произвольные данные, полный контроль над форматом (например, JSON)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SharedPreferences — простые key-value пары: флаги, настройки, счётчики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SQLite — структурированные, связанные и объёмные данные с быстрыми запросами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Файлы и SharedPreferences не подходят для сложных выборок и связей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Когда что выбирать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Тема оформления, флаги первого запуска — SharedPreferences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Кэш последнего JSON-ответа API — файл через path_provider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Список избранных фильмов с несколькими полями — SQLite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14,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Домашнее задание</a:t>
            </a:r>
          </a:p>
          <a:p>
            <a:r>
              <a:rPr lang="ru-RU" dirty="0"/>
              <a:t>Персистентность в CineTrack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Задание 14: персистентное хранение в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ThemeProvider на SharedPreferences сохраняет и восстанавливает тёмную/светлую тему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Переключатель темы (иконка луны/солнца) в AppBar главного экрана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FavoritesDatabase на sqflite: таблица favorites с полями фильма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FavoritesProvider загружает избранное из БД при старте и пишет через toggleFavorite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CacheService на dart:io + path_provider сохраняет JSON последнего ответа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getPopularMovies() при ошибке сети читает и парсит фильмы из кэш-файла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Сейчас в CineTrack при закрытии приложения теряются избранное и тема оформления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Тема должна переживать перезапуск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Список избранных фильмов не должен теряться между сессиями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Приложение должно показывать последние загруженные фильмы даже без сети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14,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Итоги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Файлы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Доступ к ФС через dart:io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path_provider даёт temp/documents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Не работает во Flutter Web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SharedPreferences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Только int/bool/double/String/List&lt;String&gt;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iOS хранит через NSUserDefaults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Future сохранить нельзя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SQLite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Лучший выбор для больших данных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onCreate создаёт схему при первом запуске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where + whereArgs защищают от инъекций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17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1014</Words>
  <Application>Microsoft Macintosh PowerPoint</Application>
  <PresentationFormat>Widescreen</PresentationFormat>
  <Paragraphs>168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Зачем хранить данные локально</vt:lpstr>
      <vt:lpstr>PowerPoint Presentation</vt:lpstr>
      <vt:lpstr>Каталоги path_provider</vt:lpstr>
      <vt:lpstr>Чтение и запись файлов</vt:lpstr>
      <vt:lpstr>PowerPoint Presentation</vt:lpstr>
      <vt:lpstr>Что такое SharedPreferences</vt:lpstr>
      <vt:lpstr>Работа с данными в SharedPreferences</vt:lpstr>
      <vt:lpstr>PowerPoint Presentation</vt:lpstr>
      <vt:lpstr>Когда нужна база данных</vt:lpstr>
      <vt:lpstr>Подготовка базы данных</vt:lpstr>
      <vt:lpstr>CRUD-операции sqflite</vt:lpstr>
      <vt:lpstr>Файлы vs SharedPreferences vs SQLite</vt:lpstr>
      <vt:lpstr>PowerPoint Presentation</vt:lpstr>
      <vt:lpstr>Задание 14: персистентное хранение в CineTrack</vt:lpstr>
      <vt:lpstr>Итоги лекции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2026-09-03T07:11:44Z</dcterms:modified>
</cp:coreProperties>
</file>