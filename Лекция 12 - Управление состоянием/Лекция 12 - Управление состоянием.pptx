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5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12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Управление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состоянием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Типы состояния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Эфемерное состояние vs состояние приложения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Lifting state up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Подходы: StatefulWidget, InheritedWidget, Provider, BLoC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InheritedWidget и Provider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setState для локального состояния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InheritedWidget: наследование данных по дереву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Provider и его семейство классов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context.watch / read / select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ChangeNotifier и практика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ChangeNotifierProvider для реактивного UI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Consumer и автоматические перестроения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Домашнее задание: Provider в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Эфемерное состояние</a:t>
            </a:r>
          </a:p>
          <a:p>
            <a:r>
              <a:rPr lang="ru-RU" dirty="0"/>
              <a:t>и состояние приложения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Эфемерное состояние (UI state)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Страница в PageView</a:t>
            </a:r>
          </a:p>
          <a:p>
            <a:pPr>
              <a:spcAft>
                <a:spcPts val="600"/>
              </a:spcAft>
            </a:pPr>
            <a:r>
              <a:rPr lang="ru-RU" dirty="0"/>
              <a:t>Текущий индекс просматриваемой страницы важен только этому виджету и не должен переживать перезапуск приложения.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Прогресс анимации</a:t>
            </a:r>
          </a:p>
          <a:p>
            <a:pPr>
              <a:spcAft>
                <a:spcPts val="600"/>
              </a:spcAft>
            </a:pPr>
            <a:r>
              <a:rPr lang="ru-RU" dirty="0"/>
              <a:t>Промежуточное состояние сложной анимации — временные данные, которые не нужно сохранять или передавать другим виджетам.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Вкладка в BottomNavigationBar</a:t>
            </a:r>
          </a:p>
          <a:p>
            <a:pPr>
              <a:spcAft>
                <a:spcPts val="600"/>
              </a:spcAft>
            </a:pPr>
            <a:r>
              <a:rPr lang="ru-RU" dirty="0"/>
              <a:t>Какая вкладка выбрана сейчас — типичный пример состояния, которое аккуратно живёт внутри одного StatefulWidget.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Состояние приложения (App State)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Состояние, которым делятся между экранами и которое стоит сохранять между сеансами пользователя.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Пользовательские настройки</a:t>
            </a:r>
          </a:p>
          <a:p>
            <a:r>
              <a:rPr lang="ru-RU" sz="1600" dirty="0"/>
              <a:t>Тема, язык, единицы измерения — нужны на многих экранах и должны сохраняться между запусками.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Данные входа</a:t>
            </a:r>
          </a:p>
          <a:p>
            <a:r>
              <a:rPr lang="ru-RU" b="0" dirty="0">
                <a:solidFill>
                  <a:schemeClr val="tx1"/>
                </a:solidFill>
              </a:rPr>
              <a:t>Информация об авторизации нужна почти всему приложению: экранам, запросам, навигации.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Уведомления в соцсети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Общий счётчик и список уведомлений видны сразу в нескольких местах интерфейса.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Корзина и статус прочитанного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Корзина в e-commerce и статус «прочитано/не прочитано» в новостях — классические примеры.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Как отличить эфемерное от app state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Признаки эфемерного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Нужно только одному виджету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Не требует сериализации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Не жалко потерять при перезапуске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Признаки app state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Используется в разных частях дерева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Должно сохраняться между сессиями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Меняется сложным образом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Lifting state up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Чёткого универсального правила нет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Эфемерное часто перерастает в app state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Состояние поднимают выше по дереву виджетов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Подходы к App State в курсе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Вариантов управления состоянием много — в курсе разберём четыре основных подхода.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StatefulWidget</a:t>
            </a:r>
          </a:p>
          <a:p>
            <a:r>
              <a:rPr lang="ru-RU" sz="1600" dirty="0"/>
              <a:t>Базовый встроенный механизм — подходит для локального состояния и как стартовая точка.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InheritedWidget</a:t>
            </a:r>
          </a:p>
          <a:p>
            <a:r>
              <a:rPr lang="ru-RU" b="0" dirty="0">
                <a:solidFill>
                  <a:schemeClr val="tx1"/>
                </a:solidFill>
              </a:rPr>
              <a:t>Механизм Flutter для передачи данных вниз по дереву виджетов без ручной прокидки параметров.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Provider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Обёртка над InheritedWidget с удобным API: ChangeNotifierProvider, MultiProvider и другие.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BLoC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Разделяет бизнес-логику и UI через события и состояния — тема одной из следующих лекций.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7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setState: только для локального состояния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Естественный случай</a:t>
            </a:r>
          </a:p>
          <a:p>
            <a:pPr>
              <a:spcAft>
                <a:spcPts val="600"/>
              </a:spcAft>
            </a:pPr>
            <a:r>
              <a:rPr lang="ru-RU" dirty="0"/>
              <a:t>Индекс вкладки BottomNavigationBar меняется только внутри своего виджета — идеальный кандидат для setState.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Никому больше не нужен доступ</a:t>
            </a:r>
          </a:p>
          <a:p>
            <a:pPr>
              <a:spcAft>
                <a:spcPts val="600"/>
              </a:spcAft>
            </a:pPr>
            <a:r>
              <a:rPr lang="ru-RU" dirty="0"/>
              <a:t>Другим частям дерева виджетов не требуется знать про _index — он не выходит за пределы State-класса.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Не жалко потерять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пользователь перезапускает приложение, сброс _index до нуля никого не расстроит.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InheritedWidget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Как устроен InheritedWidget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Класс-наследник</a:t>
            </a:r>
          </a:p>
          <a:p>
            <a:pPr>
              <a:spcAft>
                <a:spcPts val="600"/>
              </a:spcAft>
            </a:pPr>
            <a:r>
              <a:rPr lang="ru-RU" dirty="0"/>
              <a:t>Свой класс расширяет InheritedWidget и хранит нужные данные, например цвет фона.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updateShouldNotify</a:t>
            </a:r>
          </a:p>
          <a:p>
            <a:pPr>
              <a:spcAft>
                <a:spcPts val="600"/>
              </a:spcAft>
            </a:pPr>
            <a:r>
              <a:rPr lang="ru-RU" dirty="0"/>
              <a:t>Метод решает, оповещать ли потомков об изменениях — сравнивает старый и новый виджет.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Вставка в дерево</a:t>
            </a:r>
          </a:p>
          <a:p>
            <a:pPr>
              <a:spcAft>
                <a:spcPts val="600"/>
              </a:spcAft>
            </a:pPr>
            <a:r>
              <a:rPr lang="ru-RU" dirty="0"/>
              <a:t>Виджет оборачивает приложение в runApp(), обычно на самом верхнем уровне дерева.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Доступ к данным InheritedWidget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dependOnInheritedWidgetOfExactType</a:t>
            </a:r>
          </a:p>
          <a:p>
            <a:pPr>
              <a:spcAft>
                <a:spcPts val="600"/>
              </a:spcAft>
            </a:pPr>
            <a:r>
              <a:rPr lang="ru-RU" dirty="0"/>
              <a:t>Базовый способ получить данные через context — многословный и неудобный для частого использования.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Статический метод of(context)</a:t>
            </a:r>
          </a:p>
          <a:p>
            <a:pPr>
              <a:spcAft>
                <a:spcPts val="600"/>
              </a:spcAft>
            </a:pPr>
            <a:r>
              <a:rPr lang="ru-RU" dirty="0"/>
              <a:t>Оборачиваем вызов в static-метод класса — так делают встроенные Theme.of и MediaQuery.of.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Итог: AppDataProvider.of(context)</a:t>
            </a:r>
          </a:p>
          <a:p>
            <a:pPr>
              <a:spcAft>
                <a:spcPts val="600"/>
              </a:spcAft>
            </a:pPr>
            <a:r>
              <a:rPr lang="ru-RU" dirty="0"/>
              <a:t>Читаемый вызов возвращает нужные данные из ближайшего InheritedWidget выше по дереву.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Изменяемые данные в InheritedWidget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Ограничение: неизменность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Поля InheritedWidget обычно final — сам виджет неизменяем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Подходит только для статичных данных, которые не меняются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Как хранить изменяемые данные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Оборачиваем данные в отдельный класс, например AppData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Класс содержит метод изменения, например changeBackgroundColor()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Перерисовку экрана всё равно нужно вызывать вручную через setState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Provider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Зачем нужен 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Хранит состояние в дереве</a:t>
            </a:r>
          </a:p>
          <a:p>
            <a:pPr>
              <a:spcAft>
                <a:spcPts val="600"/>
              </a:spcAft>
            </a:pPr>
            <a:r>
              <a:rPr lang="ru-RU" dirty="0"/>
              <a:t>Помещает любой объект состояния в дерево виджетов и открывает к нему доступ потомкам.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Управляет жизненным циклом</a:t>
            </a:r>
          </a:p>
          <a:p>
            <a:pPr>
              <a:spcAft>
                <a:spcPts val="600"/>
              </a:spcAft>
            </a:pPr>
            <a:r>
              <a:rPr lang="ru-RU" dirty="0"/>
              <a:t>Инициализирует объект с данными и подчищает его, когда он удаляется из дерева.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Готовые специализированные классы</a:t>
            </a:r>
          </a:p>
          <a:p>
            <a:pPr>
              <a:spcAft>
                <a:spcPts val="600"/>
              </a:spcAft>
            </a:pPr>
            <a:r>
              <a:rPr lang="ru-RU" dirty="0"/>
              <a:t>ChangeNotifierProvider, StreamProvider, FutureProvider и другие — под разные сценарии.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Семейство классов 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Базовые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Provider — простое хранение объекта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ChangeNotifierProvider — объект + уведомления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Асинхронные источники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FutureProvider — результат Future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StreamProvider — данные из Stream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ValueListenableProvider — ValueListenable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Композиция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MultiProvider — объединяет несколько провайдеров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ProxyProvider — провайдер, зависящий от другого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Переписываем пример с Provider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Было: InheritedWidget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Свой класс AppDataProvider и static-метод of(context)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Ручное сравнение виджетов в updateShouldNotify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Много шаблонного кода ради хранения одного цвета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Стало: 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Provider(create: (context) =&gt; AppData(...)) на верхнем уровне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Доступ через context.read&lt;AppData&gt;() в любом потомке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Кода значительно меньше, логика та же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Три способа читать состояние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context.watch&lt;T&gt;()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Подписывает виджет на изменения 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Виджет перестраивается при notifyListeners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context.read&lt;T&gt;()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Возвращает T без подписки на изменения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Удобен внутри onPressed и других колбэков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context.select&lt;T, R&gt;()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Подписка только на часть данных 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Перестройка лишь при изменении нужного поля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18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ChangeNotifierProvider</a:t>
            </a:r>
          </a:p>
          <a:p>
            <a:r>
              <a:rPr lang="ru-RU" dirty="0"/>
              <a:t>и автоматические перестроения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От Provider к ChangeNotifierProvider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Проблема</a:t>
            </a:r>
          </a:p>
          <a:p>
            <a:pPr>
              <a:spcAft>
                <a:spcPts val="600"/>
              </a:spcAft>
            </a:pPr>
            <a:r>
              <a:rPr lang="ru-RU" dirty="0"/>
              <a:t>Если состояние меняется вне HomePage, экран об этом не узнаёт — перерисовка шла только по кнопке через setState.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Решение: миксин ChangeNotifier</a:t>
            </a:r>
          </a:p>
          <a:p>
            <a:pPr>
              <a:spcAft>
                <a:spcPts val="600"/>
              </a:spcAft>
            </a:pPr>
            <a:r>
              <a:rPr lang="ru-RU" dirty="0"/>
              <a:t>Класс данных подмешивает ChangeNotifier и вызывает notifyListeners() после каждого изменения.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Результат</a:t>
            </a:r>
          </a:p>
          <a:p>
            <a:pPr>
              <a:spcAft>
                <a:spcPts val="600"/>
              </a:spcAft>
            </a:pPr>
            <a:r>
              <a:rPr lang="ru-RU" dirty="0"/>
              <a:t>HomePage становится StatelessWidget — перестройку обеспечивают ChangeNotifierProvider и context.watch.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 и после ChangeNotifierProvider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Provider + StatefulWidget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HomePage — StatefulWidget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Изменение оборачивается в setState вручную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Изменения состояния извне экран не замечает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ChangeNotifierProvider + StatelessWidget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HomePage — StatelessWidget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context.watch&lt;AppData&gt;() сам перестраивает виджет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context.read&lt;AppData&gt;() вызывает метод изменения без подписки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12,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21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Задание 12: Provider в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12,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пакет provider в pubspec.yaml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FavoritesProvider (toggleFavorite, isFavorite)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MoviesProvider с загрузкой фильмов из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Обернуть приложение в MultiProvider с двумя провайдерами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Переписать HomeScreen: убрать FutureBuilder, использовать context.watch&lt;MoviesProvider&gt;()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кнопку-сердце на MovieCard через Consumer&lt;FavoritesProvider&gt;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Реализовать FavoritesScreen через context.watch&lt;FavoritesProvider&gt;().favorites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Сейчас состояние разбросано по виджетам через setState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Добавление в избранное на карточке не отражается на вкладке «Избранное»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Provider выносит общее состояние в одно место для всех экранов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setState для общего состояния должен полностью исчезнуть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1213</Words>
  <Application>Microsoft Macintosh PowerPoint</Application>
  <PresentationFormat>Widescreen</PresentationFormat>
  <Paragraphs>205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PowerPoint Presentation</vt:lpstr>
      <vt:lpstr>Эфемерное состояние (UI state)</vt:lpstr>
      <vt:lpstr>Состояние приложения (App State)</vt:lpstr>
      <vt:lpstr>Как отличить эфемерное от app state</vt:lpstr>
      <vt:lpstr>Подходы к App State в курсе</vt:lpstr>
      <vt:lpstr>setState: только для локального состояния</vt:lpstr>
      <vt:lpstr>PowerPoint Presentation</vt:lpstr>
      <vt:lpstr>Как устроен InheritedWidget</vt:lpstr>
      <vt:lpstr>Доступ к данным InheritedWidget</vt:lpstr>
      <vt:lpstr>Изменяемые данные в InheritedWidget</vt:lpstr>
      <vt:lpstr>PowerPoint Presentation</vt:lpstr>
      <vt:lpstr>Зачем нужен Provider</vt:lpstr>
      <vt:lpstr>Семейство классов Provider</vt:lpstr>
      <vt:lpstr>Переписываем пример с Provider</vt:lpstr>
      <vt:lpstr>Три способа читать состояние</vt:lpstr>
      <vt:lpstr>PowerPoint Presentation</vt:lpstr>
      <vt:lpstr>От Provider к ChangeNotifierProvider</vt:lpstr>
      <vt:lpstr>До и после ChangeNotifierProvider</vt:lpstr>
      <vt:lpstr>PowerPoint Presentation</vt:lpstr>
      <vt:lpstr>Задание 12: Provider в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2026-09-03T07:10:46Z</dcterms:modified>
</cp:coreProperties>
</file>